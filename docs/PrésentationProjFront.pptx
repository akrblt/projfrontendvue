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sldIdLst>
    <p:sldId id="256" r:id="rId2"/>
    <p:sldId id="258" r:id="rId3"/>
    <p:sldId id="272" r:id="rId4"/>
    <p:sldId id="257" r:id="rId5"/>
    <p:sldId id="267" r:id="rId6"/>
    <p:sldId id="266" r:id="rId7"/>
    <p:sldId id="259" r:id="rId8"/>
    <p:sldId id="270" r:id="rId9"/>
    <p:sldId id="260" r:id="rId10"/>
    <p:sldId id="261" r:id="rId11"/>
    <p:sldId id="262" r:id="rId12"/>
    <p:sldId id="263" r:id="rId13"/>
    <p:sldId id="275" r:id="rId14"/>
    <p:sldId id="269" r:id="rId15"/>
    <p:sldId id="264" r:id="rId16"/>
    <p:sldId id="265" r:id="rId17"/>
    <p:sldId id="273" r:id="rId18"/>
    <p:sldId id="271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0B16A-0DBC-4900-BC71-630F82B857F2}" v="813" dt="2026-01-05T13:23:15.237"/>
    <p1510:client id="{A32DB7A6-F4D4-D439-0DB5-A4ED3FF81F60}" v="275" dt="2026-01-05T13:15:30.570"/>
    <p1510:client id="{C2172ECE-E5D5-4927-B69A-5F243C93DCA0}" v="10" dt="2026-01-05T12:46:53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Galindo Salamanca" userId="64ea2888-5cca-496b-a560-4396cd260018" providerId="ADAL" clId="{1D12043C-1CF4-4F1B-AFBD-A5A6BBFFA26D}"/>
    <pc:docChg chg="undo custSel addSld delSld modSld sldOrd addMainMaster delMainMaster">
      <pc:chgData name="David Galindo Salamanca" userId="64ea2888-5cca-496b-a560-4396cd260018" providerId="ADAL" clId="{1D12043C-1CF4-4F1B-AFBD-A5A6BBFFA26D}" dt="2026-01-05T13:23:15.237" v="823" actId="20577"/>
      <pc:docMkLst>
        <pc:docMk/>
      </pc:docMkLst>
      <pc:sldChg chg="addSp delSp modSp mod setBg modClrScheme addAnim delAnim setClrOvrMap delDesignElem chgLayout">
        <pc:chgData name="David Galindo Salamanca" userId="64ea2888-5cca-496b-a560-4396cd260018" providerId="ADAL" clId="{1D12043C-1CF4-4F1B-AFBD-A5A6BBFFA26D}" dt="2026-01-05T13:20:49.161" v="768" actId="26606"/>
        <pc:sldMkLst>
          <pc:docMk/>
          <pc:sldMk cId="2570566257" sldId="256"/>
        </pc:sldMkLst>
        <pc:spChg chg="mod">
          <ac:chgData name="David Galindo Salamanca" userId="64ea2888-5cca-496b-a560-4396cd260018" providerId="ADAL" clId="{1D12043C-1CF4-4F1B-AFBD-A5A6BBFFA26D}" dt="2026-01-05T13:20:49.161" v="768" actId="26606"/>
          <ac:spMkLst>
            <pc:docMk/>
            <pc:sldMk cId="2570566257" sldId="256"/>
            <ac:spMk id="2" creationId="{A79CD190-6451-8206-EC81-5023C1764638}"/>
          </ac:spMkLst>
        </pc:spChg>
        <pc:spChg chg="mod">
          <ac:chgData name="David Galindo Salamanca" userId="64ea2888-5cca-496b-a560-4396cd260018" providerId="ADAL" clId="{1D12043C-1CF4-4F1B-AFBD-A5A6BBFFA26D}" dt="2026-01-05T13:20:49.161" v="768" actId="26606"/>
          <ac:spMkLst>
            <pc:docMk/>
            <pc:sldMk cId="2570566257" sldId="256"/>
            <ac:spMk id="3" creationId="{2FF9389A-D297-CB34-7A5A-5BA0044F2F58}"/>
          </ac:spMkLst>
        </pc:spChg>
        <pc:spChg chg="add del">
          <ac:chgData name="David Galindo Salamanca" userId="64ea2888-5cca-496b-a560-4396cd260018" providerId="ADAL" clId="{1D12043C-1CF4-4F1B-AFBD-A5A6BBFFA26D}" dt="2026-01-05T12:36:22.771" v="17" actId="26606"/>
          <ac:spMkLst>
            <pc:docMk/>
            <pc:sldMk cId="2570566257" sldId="256"/>
            <ac:spMk id="9" creationId="{80B98925-0550-1AFB-C1DC-02792400FB71}"/>
          </ac:spMkLst>
        </pc:spChg>
        <pc:spChg chg="add del">
          <ac:chgData name="David Galindo Salamanca" userId="64ea2888-5cca-496b-a560-4396cd260018" providerId="ADAL" clId="{1D12043C-1CF4-4F1B-AFBD-A5A6BBFFA26D}" dt="2026-01-05T12:36:22.771" v="17" actId="26606"/>
          <ac:spMkLst>
            <pc:docMk/>
            <pc:sldMk cId="2570566257" sldId="256"/>
            <ac:spMk id="11" creationId="{0CCA9273-E74E-A306-1F74-BEF9EDA30500}"/>
          </ac:spMkLst>
        </pc:spChg>
        <pc:spChg chg="add del">
          <ac:chgData name="David Galindo Salamanca" userId="64ea2888-5cca-496b-a560-4396cd260018" providerId="ADAL" clId="{1D12043C-1CF4-4F1B-AFBD-A5A6BBFFA26D}" dt="2026-01-05T12:36:29.467" v="20" actId="26606"/>
          <ac:spMkLst>
            <pc:docMk/>
            <pc:sldMk cId="2570566257" sldId="256"/>
            <ac:spMk id="13" creationId="{80B98925-0550-1AFB-C1DC-02792400FB71}"/>
          </ac:spMkLst>
        </pc:spChg>
        <pc:spChg chg="add del">
          <ac:chgData name="David Galindo Salamanca" userId="64ea2888-5cca-496b-a560-4396cd260018" providerId="ADAL" clId="{1D12043C-1CF4-4F1B-AFBD-A5A6BBFFA26D}" dt="2026-01-05T12:36:29.467" v="20" actId="26606"/>
          <ac:spMkLst>
            <pc:docMk/>
            <pc:sldMk cId="2570566257" sldId="256"/>
            <ac:spMk id="15" creationId="{0CCA9273-E74E-A306-1F74-BEF9EDA30500}"/>
          </ac:spMkLst>
        </pc:spChg>
        <pc:spChg chg="add del">
          <ac:chgData name="David Galindo Salamanca" userId="64ea2888-5cca-496b-a560-4396cd260018" providerId="ADAL" clId="{1D12043C-1CF4-4F1B-AFBD-A5A6BBFFA26D}" dt="2026-01-05T12:36:52.399" v="63" actId="26606"/>
          <ac:spMkLst>
            <pc:docMk/>
            <pc:sldMk cId="2570566257" sldId="256"/>
            <ac:spMk id="17" creationId="{80B98925-0550-1AFB-C1DC-02792400FB71}"/>
          </ac:spMkLst>
        </pc:spChg>
        <pc:spChg chg="add del">
          <ac:chgData name="David Galindo Salamanca" userId="64ea2888-5cca-496b-a560-4396cd260018" providerId="ADAL" clId="{1D12043C-1CF4-4F1B-AFBD-A5A6BBFFA26D}" dt="2026-01-05T12:36:52.399" v="63" actId="26606"/>
          <ac:spMkLst>
            <pc:docMk/>
            <pc:sldMk cId="2570566257" sldId="256"/>
            <ac:spMk id="19" creationId="{0CCA9273-E74E-A306-1F74-BEF9EDA30500}"/>
          </ac:spMkLst>
        </pc:spChg>
        <pc:spChg chg="add">
          <ac:chgData name="David Galindo Salamanca" userId="64ea2888-5cca-496b-a560-4396cd260018" providerId="ADAL" clId="{1D12043C-1CF4-4F1B-AFBD-A5A6BBFFA26D}" dt="2026-01-05T13:20:49.161" v="768" actId="26606"/>
          <ac:spMkLst>
            <pc:docMk/>
            <pc:sldMk cId="2570566257" sldId="256"/>
            <ac:spMk id="23" creationId="{1511F85B-5967-428B-BE8B-819A79813D92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70566257" sldId="256"/>
            <ac:spMk id="24" creationId="{8BEC44CD-E290-4D60-A056-5BA05B182AC3}"/>
          </ac:spMkLst>
        </pc:spChg>
        <pc:spChg chg="add">
          <ac:chgData name="David Galindo Salamanca" userId="64ea2888-5cca-496b-a560-4396cd260018" providerId="ADAL" clId="{1D12043C-1CF4-4F1B-AFBD-A5A6BBFFA26D}" dt="2026-01-05T13:20:49.161" v="768" actId="26606"/>
          <ac:spMkLst>
            <pc:docMk/>
            <pc:sldMk cId="2570566257" sldId="256"/>
            <ac:spMk id="25" creationId="{28DA8D05-CF65-4382-8BF4-2A08754DB5F0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70566257" sldId="256"/>
            <ac:spMk id="26" creationId="{B2C335F7-F61C-4EB4-80F2-4B1438FE66BB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70566257" sldId="256"/>
            <ac:spMk id="28" creationId="{F1189494-2B67-46D2-93D6-A122A09BF6B2}"/>
          </ac:spMkLst>
        </pc:spChg>
        <pc:grpChg chg="add">
          <ac:chgData name="David Galindo Salamanca" userId="64ea2888-5cca-496b-a560-4396cd260018" providerId="ADAL" clId="{1D12043C-1CF4-4F1B-AFBD-A5A6BBFFA26D}" dt="2026-01-05T13:20:49.161" v="768" actId="26606"/>
          <ac:grpSpMkLst>
            <pc:docMk/>
            <pc:sldMk cId="2570566257" sldId="256"/>
            <ac:grpSpMk id="27" creationId="{E0C6252F-9468-4CFE-8A28-0DFE703FB7BC}"/>
          </ac:grpSpMkLst>
        </pc:grpChg>
        <pc:picChg chg="add del">
          <ac:chgData name="David Galindo Salamanca" userId="64ea2888-5cca-496b-a560-4396cd260018" providerId="ADAL" clId="{1D12043C-1CF4-4F1B-AFBD-A5A6BBFFA26D}" dt="2026-01-05T12:36:22.771" v="17" actId="26606"/>
          <ac:picMkLst>
            <pc:docMk/>
            <pc:sldMk cId="2570566257" sldId="256"/>
            <ac:picMk id="4" creationId="{2DCDC1CA-79E7-67BB-7F1C-A3E173B8E03B}"/>
          </ac:picMkLst>
        </pc:picChg>
        <pc:picChg chg="add del">
          <ac:chgData name="David Galindo Salamanca" userId="64ea2888-5cca-496b-a560-4396cd260018" providerId="ADAL" clId="{1D12043C-1CF4-4F1B-AFBD-A5A6BBFFA26D}" dt="2026-01-05T12:36:29.467" v="20" actId="26606"/>
          <ac:picMkLst>
            <pc:docMk/>
            <pc:sldMk cId="2570566257" sldId="256"/>
            <ac:picMk id="14" creationId="{0D5152A2-36F9-A713-D6D6-73D99BA1A25A}"/>
          </ac:picMkLst>
        </pc:picChg>
        <pc:picChg chg="add mod">
          <ac:chgData name="David Galindo Salamanca" userId="64ea2888-5cca-496b-a560-4396cd260018" providerId="ADAL" clId="{1D12043C-1CF4-4F1B-AFBD-A5A6BBFFA26D}" dt="2026-01-05T13:20:49.161" v="768" actId="26606"/>
          <ac:picMkLst>
            <pc:docMk/>
            <pc:sldMk cId="2570566257" sldId="256"/>
            <ac:picMk id="18" creationId="{2DCDC1CA-79E7-67BB-7F1C-A3E173B8E03B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06:51.152" v="547" actId="20577"/>
        <pc:sldMkLst>
          <pc:docMk/>
          <pc:sldMk cId="456446242" sldId="257"/>
        </pc:sldMkLst>
        <pc:spChg chg="mod">
          <ac:chgData name="David Galindo Salamanca" userId="64ea2888-5cca-496b-a560-4396cd260018" providerId="ADAL" clId="{1D12043C-1CF4-4F1B-AFBD-A5A6BBFFA26D}" dt="2026-01-05T13:06:51.152" v="547" actId="20577"/>
          <ac:spMkLst>
            <pc:docMk/>
            <pc:sldMk cId="456446242" sldId="257"/>
            <ac:spMk id="7" creationId="{D4324AA6-C9DB-3A28-3C00-94AB710DB34E}"/>
          </ac:spMkLst>
        </pc:spChg>
      </pc:sldChg>
      <pc:sldChg chg="modSp new mod ord">
        <pc:chgData name="David Galindo Salamanca" userId="64ea2888-5cca-496b-a560-4396cd260018" providerId="ADAL" clId="{1D12043C-1CF4-4F1B-AFBD-A5A6BBFFA26D}" dt="2026-01-05T13:21:29.794" v="777" actId="207"/>
        <pc:sldMkLst>
          <pc:docMk/>
          <pc:sldMk cId="4228309002" sldId="258"/>
        </pc:sldMkLst>
        <pc:spChg chg="mod">
          <ac:chgData name="David Galindo Salamanca" userId="64ea2888-5cca-496b-a560-4396cd260018" providerId="ADAL" clId="{1D12043C-1CF4-4F1B-AFBD-A5A6BBFFA26D}" dt="2026-01-05T13:20:26.421" v="763" actId="27636"/>
          <ac:spMkLst>
            <pc:docMk/>
            <pc:sldMk cId="4228309002" sldId="258"/>
            <ac:spMk id="2" creationId="{CC9AC2A8-6341-8F1B-9FC6-E3327C39F37E}"/>
          </ac:spMkLst>
        </pc:spChg>
        <pc:spChg chg="mod">
          <ac:chgData name="David Galindo Salamanca" userId="64ea2888-5cca-496b-a560-4396cd260018" providerId="ADAL" clId="{1D12043C-1CF4-4F1B-AFBD-A5A6BBFFA26D}" dt="2026-01-05T13:21:29.794" v="777" actId="207"/>
          <ac:spMkLst>
            <pc:docMk/>
            <pc:sldMk cId="4228309002" sldId="258"/>
            <ac:spMk id="3" creationId="{E168B549-8D3A-0338-E88E-2F47E762CD39}"/>
          </ac:spMkLst>
        </pc:spChg>
      </pc:sldChg>
      <pc:sldChg chg="addSp delSp modSp mod">
        <pc:chgData name="David Galindo Salamanca" userId="64ea2888-5cca-496b-a560-4396cd260018" providerId="ADAL" clId="{1D12043C-1CF4-4F1B-AFBD-A5A6BBFFA26D}" dt="2026-01-05T13:08:55.950" v="594"/>
        <pc:sldMkLst>
          <pc:docMk/>
          <pc:sldMk cId="3129886204" sldId="259"/>
        </pc:sldMkLst>
        <pc:spChg chg="mod">
          <ac:chgData name="David Galindo Salamanca" userId="64ea2888-5cca-496b-a560-4396cd260018" providerId="ADAL" clId="{1D12043C-1CF4-4F1B-AFBD-A5A6BBFFA26D}" dt="2026-01-05T13:07:35.677" v="591" actId="27636"/>
          <ac:spMkLst>
            <pc:docMk/>
            <pc:sldMk cId="3129886204" sldId="259"/>
            <ac:spMk id="2" creationId="{CF8C45C8-CF7D-237B-E3E1-FF0AAF378480}"/>
          </ac:spMkLst>
        </pc:spChg>
        <pc:spChg chg="add del mod">
          <ac:chgData name="David Galindo Salamanca" userId="64ea2888-5cca-496b-a560-4396cd260018" providerId="ADAL" clId="{1D12043C-1CF4-4F1B-AFBD-A5A6BBFFA26D}" dt="2026-01-05T13:08:55.950" v="594"/>
          <ac:spMkLst>
            <pc:docMk/>
            <pc:sldMk cId="3129886204" sldId="259"/>
            <ac:spMk id="5" creationId="{61CC2AA3-6E5F-FC03-7299-4F41CB062807}"/>
          </ac:spMkLst>
        </pc:spChg>
      </pc:sldChg>
      <pc:sldChg chg="modSp mod">
        <pc:chgData name="David Galindo Salamanca" userId="64ea2888-5cca-496b-a560-4396cd260018" providerId="ADAL" clId="{1D12043C-1CF4-4F1B-AFBD-A5A6BBFFA26D}" dt="2026-01-05T13:21:50.724" v="781" actId="14100"/>
        <pc:sldMkLst>
          <pc:docMk/>
          <pc:sldMk cId="3452512684" sldId="260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452512684" sldId="260"/>
            <ac:spMk id="2" creationId="{54444B3D-204E-2727-939F-24C6AB254E3A}"/>
          </ac:spMkLst>
        </pc:spChg>
        <pc:picChg chg="mod">
          <ac:chgData name="David Galindo Salamanca" userId="64ea2888-5cca-496b-a560-4396cd260018" providerId="ADAL" clId="{1D12043C-1CF4-4F1B-AFBD-A5A6BBFFA26D}" dt="2026-01-05T13:21:50.724" v="781" actId="14100"/>
          <ac:picMkLst>
            <pc:docMk/>
            <pc:sldMk cId="3452512684" sldId="260"/>
            <ac:picMk id="4" creationId="{B61EC6AB-F41B-DA9F-EE8F-7B6D1C8CAD78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2:16.306" v="787" actId="1076"/>
        <pc:sldMkLst>
          <pc:docMk/>
          <pc:sldMk cId="2955414452" sldId="261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955414452" sldId="261"/>
            <ac:spMk id="2" creationId="{023AB372-CF09-BBC1-2458-02AA00BB5655}"/>
          </ac:spMkLst>
        </pc:spChg>
        <pc:picChg chg="mod">
          <ac:chgData name="David Galindo Salamanca" userId="64ea2888-5cca-496b-a560-4396cd260018" providerId="ADAL" clId="{1D12043C-1CF4-4F1B-AFBD-A5A6BBFFA26D}" dt="2026-01-05T13:22:16.306" v="787" actId="1076"/>
          <ac:picMkLst>
            <pc:docMk/>
            <pc:sldMk cId="2955414452" sldId="261"/>
            <ac:picMk id="4" creationId="{4C44289E-EDCE-875D-A5C7-6DD4487E474C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2:03.547" v="784" actId="1076"/>
        <pc:sldMkLst>
          <pc:docMk/>
          <pc:sldMk cId="529970394" sldId="262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529970394" sldId="262"/>
            <ac:spMk id="2" creationId="{DA6A5B4D-81AF-3065-7C35-881BE49D3F3C}"/>
          </ac:spMkLst>
        </pc:spChg>
        <pc:picChg chg="mod">
          <ac:chgData name="David Galindo Salamanca" userId="64ea2888-5cca-496b-a560-4396cd260018" providerId="ADAL" clId="{1D12043C-1CF4-4F1B-AFBD-A5A6BBFFA26D}" dt="2026-01-05T13:22:03.547" v="784" actId="1076"/>
          <ac:picMkLst>
            <pc:docMk/>
            <pc:sldMk cId="529970394" sldId="262"/>
            <ac:picMk id="4" creationId="{73948F18-C1E3-9FF1-56A2-F0FBDD3CBC13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2:06.756" v="785" actId="1076"/>
        <pc:sldMkLst>
          <pc:docMk/>
          <pc:sldMk cId="852523488" sldId="263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852523488" sldId="263"/>
            <ac:spMk id="2" creationId="{E2776B1D-8C88-165F-30CF-080DC1B33535}"/>
          </ac:spMkLst>
        </pc:spChg>
        <pc:picChg chg="mod">
          <ac:chgData name="David Galindo Salamanca" userId="64ea2888-5cca-496b-a560-4396cd260018" providerId="ADAL" clId="{1D12043C-1CF4-4F1B-AFBD-A5A6BBFFA26D}" dt="2026-01-05T13:22:06.756" v="785" actId="1076"/>
          <ac:picMkLst>
            <pc:docMk/>
            <pc:sldMk cId="852523488" sldId="263"/>
            <ac:picMk id="4" creationId="{A94A08F1-DE29-7B90-6685-C8C8882B34A4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1:10.878" v="775" actId="1076"/>
        <pc:sldMkLst>
          <pc:docMk/>
          <pc:sldMk cId="19871211" sldId="264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9871211" sldId="264"/>
            <ac:spMk id="2" creationId="{FE3B6513-8F56-E053-A1B7-1DB77CA97EF8}"/>
          </ac:spMkLst>
        </pc:spChg>
        <pc:picChg chg="mod">
          <ac:chgData name="David Galindo Salamanca" userId="64ea2888-5cca-496b-a560-4396cd260018" providerId="ADAL" clId="{1D12043C-1CF4-4F1B-AFBD-A5A6BBFFA26D}" dt="2026-01-05T13:21:10.878" v="775" actId="1076"/>
          <ac:picMkLst>
            <pc:docMk/>
            <pc:sldMk cId="19871211" sldId="264"/>
            <ac:picMk id="4" creationId="{48C209CB-811C-E5AF-3C2F-DDFB1BD12A4C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2:22.841" v="788" actId="1076"/>
        <pc:sldMkLst>
          <pc:docMk/>
          <pc:sldMk cId="1707878773" sldId="265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707878773" sldId="265"/>
            <ac:spMk id="2" creationId="{17701BC9-7380-4178-1015-427B5D13130E}"/>
          </ac:spMkLst>
        </pc:spChg>
        <pc:picChg chg="mod">
          <ac:chgData name="David Galindo Salamanca" userId="64ea2888-5cca-496b-a560-4396cd260018" providerId="ADAL" clId="{1D12043C-1CF4-4F1B-AFBD-A5A6BBFFA26D}" dt="2026-01-05T13:22:22.841" v="788" actId="1076"/>
          <ac:picMkLst>
            <pc:docMk/>
            <pc:sldMk cId="1707878773" sldId="265"/>
            <ac:picMk id="4" creationId="{3BAB16C3-AEFB-926C-4681-9A9C8C6B5666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1:41.542" v="779" actId="1036"/>
        <pc:sldMkLst>
          <pc:docMk/>
          <pc:sldMk cId="3607328830" sldId="266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607328830" sldId="266"/>
            <ac:spMk id="2" creationId="{20B21C89-D6C8-FC49-3A5B-1F329F9132F9}"/>
          </ac:spMkLst>
        </pc:spChg>
        <pc:picChg chg="mod">
          <ac:chgData name="David Galindo Salamanca" userId="64ea2888-5cca-496b-a560-4396cd260018" providerId="ADAL" clId="{1D12043C-1CF4-4F1B-AFBD-A5A6BBFFA26D}" dt="2026-01-05T13:21:41.542" v="779" actId="1036"/>
          <ac:picMkLst>
            <pc:docMk/>
            <pc:sldMk cId="3607328830" sldId="266"/>
            <ac:picMk id="4" creationId="{306388FB-D662-1DFA-6286-9382AE8EA0FE}"/>
          </ac:picMkLst>
        </pc:picChg>
      </pc:sldChg>
      <pc:sldChg chg="modSp mod">
        <pc:chgData name="David Galindo Salamanca" userId="64ea2888-5cca-496b-a560-4396cd260018" providerId="ADAL" clId="{1D12043C-1CF4-4F1B-AFBD-A5A6BBFFA26D}" dt="2026-01-05T13:20:26.337" v="762"/>
        <pc:sldMkLst>
          <pc:docMk/>
          <pc:sldMk cId="2992436665" sldId="267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992436665" sldId="267"/>
            <ac:spMk id="2" creationId="{ACA13AEB-A655-A8ED-537A-B76D65A8314A}"/>
          </ac:spMkLst>
        </pc:spChg>
        <pc:picChg chg="mod">
          <ac:chgData name="David Galindo Salamanca" userId="64ea2888-5cca-496b-a560-4396cd260018" providerId="ADAL" clId="{1D12043C-1CF4-4F1B-AFBD-A5A6BBFFA26D}" dt="2026-01-05T13:20:26.337" v="762"/>
          <ac:picMkLst>
            <pc:docMk/>
            <pc:sldMk cId="2992436665" sldId="267"/>
            <ac:picMk id="4" creationId="{D847F3D0-1CBE-17AC-ED69-7A62C20248BF}"/>
          </ac:picMkLst>
        </pc:picChg>
      </pc:sldChg>
      <pc:sldChg chg="addSp delSp modSp new del mod setBg setClrOvrMap">
        <pc:chgData name="David Galindo Salamanca" userId="64ea2888-5cca-496b-a560-4396cd260018" providerId="ADAL" clId="{1D12043C-1CF4-4F1B-AFBD-A5A6BBFFA26D}" dt="2026-01-05T13:10:20.024" v="622" actId="2696"/>
        <pc:sldMkLst>
          <pc:docMk/>
          <pc:sldMk cId="1391077348" sldId="268"/>
        </pc:sldMkLst>
        <pc:spChg chg="mod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2" creationId="{0476FA13-73E7-0A56-E30C-E927441F2259}"/>
          </ac:spMkLst>
        </pc:spChg>
        <pc:spChg chg="del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3" creationId="{B9B643E7-45CC-B6AD-8BC6-61D49FA17439}"/>
          </ac:spMkLst>
        </pc:spChg>
        <pc:spChg chg="add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9" creationId="{774A975B-A886-5202-0489-6965514A0D14}"/>
          </ac:spMkLst>
        </pc:spChg>
        <pc:spChg chg="add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11" creationId="{EA67E988-5919-57BB-C7DE-D3EAD38A3045}"/>
          </ac:spMkLst>
        </pc:spChg>
        <pc:spChg chg="add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13" creationId="{E20BB609-EF92-42DB-836C-0699A590B5CF}"/>
          </ac:spMkLst>
        </pc:spChg>
        <pc:spChg chg="add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15" creationId="{637992A9-1E8C-4E57-B4F4-EE2D38E504A2}"/>
          </ac:spMkLst>
        </pc:spChg>
        <pc:spChg chg="add">
          <ac:chgData name="David Galindo Salamanca" userId="64ea2888-5cca-496b-a560-4396cd260018" providerId="ADAL" clId="{1D12043C-1CF4-4F1B-AFBD-A5A6BBFFA26D}" dt="2026-01-05T13:09:23.992" v="608" actId="26606"/>
          <ac:spMkLst>
            <pc:docMk/>
            <pc:sldMk cId="1391077348" sldId="268"/>
            <ac:spMk id="17" creationId="{B2C335F7-F61C-4EB4-80F2-4B1438FE66BB}"/>
          </ac:spMkLst>
        </pc:spChg>
        <pc:picChg chg="add del">
          <ac:chgData name="David Galindo Salamanca" userId="64ea2888-5cca-496b-a560-4396cd260018" providerId="ADAL" clId="{1D12043C-1CF4-4F1B-AFBD-A5A6BBFFA26D}" dt="2026-01-05T13:10:12.254" v="621" actId="478"/>
          <ac:picMkLst>
            <pc:docMk/>
            <pc:sldMk cId="1391077348" sldId="268"/>
            <ac:picMk id="5" creationId="{BD0B24E5-821D-4F1F-88EE-E56B2A7CE347}"/>
          </ac:picMkLst>
        </pc:picChg>
      </pc:sldChg>
      <pc:sldChg chg="addSp delSp modSp new mod setBg addAnim delDesignElem">
        <pc:chgData name="David Galindo Salamanca" userId="64ea2888-5cca-496b-a560-4396cd260018" providerId="ADAL" clId="{1D12043C-1CF4-4F1B-AFBD-A5A6BBFFA26D}" dt="2026-01-05T13:20:43.416" v="765" actId="26606"/>
        <pc:sldMkLst>
          <pc:docMk/>
          <pc:sldMk cId="2599312963" sldId="269"/>
        </pc:sldMkLst>
        <pc:spChg chg="mod">
          <ac:chgData name="David Galindo Salamanca" userId="64ea2888-5cca-496b-a560-4396cd260018" providerId="ADAL" clId="{1D12043C-1CF4-4F1B-AFBD-A5A6BBFFA26D}" dt="2026-01-05T13:20:43.416" v="765" actId="26606"/>
          <ac:spMkLst>
            <pc:docMk/>
            <pc:sldMk cId="2599312963" sldId="269"/>
            <ac:spMk id="2" creationId="{7C43A9E5-C0D6-C645-4F0F-479EA861CA41}"/>
          </ac:spMkLst>
        </pc:spChg>
        <pc:spChg chg="del">
          <ac:chgData name="David Galindo Salamanca" userId="64ea2888-5cca-496b-a560-4396cd260018" providerId="ADAL" clId="{1D12043C-1CF4-4F1B-AFBD-A5A6BBFFA26D}" dt="2026-01-05T13:10:03.543" v="620" actId="26606"/>
          <ac:spMkLst>
            <pc:docMk/>
            <pc:sldMk cId="2599312963" sldId="269"/>
            <ac:spMk id="3" creationId="{F88595F0-D038-9CCA-9D29-CEDF3DE6EB61}"/>
          </ac:spMkLst>
        </pc:spChg>
        <pc:spChg chg="add del">
          <ac:chgData name="David Galindo Salamanca" userId="64ea2888-5cca-496b-a560-4396cd260018" providerId="ADAL" clId="{1D12043C-1CF4-4F1B-AFBD-A5A6BBFFA26D}" dt="2026-01-05T13:16:23.822" v="683" actId="26606"/>
          <ac:spMkLst>
            <pc:docMk/>
            <pc:sldMk cId="2599312963" sldId="269"/>
            <ac:spMk id="10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16:23.822" v="683" actId="26606"/>
          <ac:spMkLst>
            <pc:docMk/>
            <pc:sldMk cId="2599312963" sldId="269"/>
            <ac:spMk id="12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16:23.822" v="683" actId="26606"/>
          <ac:spMkLst>
            <pc:docMk/>
            <pc:sldMk cId="2599312963" sldId="269"/>
            <ac:spMk id="14" creationId="{5820888B-4EA5-E0E8-6D52-7733E1E77451}"/>
          </ac:spMkLst>
        </pc:spChg>
        <pc:spChg chg="add del">
          <ac:chgData name="David Galindo Salamanca" userId="64ea2888-5cca-496b-a560-4396cd260018" providerId="ADAL" clId="{1D12043C-1CF4-4F1B-AFBD-A5A6BBFFA26D}" dt="2026-01-05T13:16:23.822" v="683" actId="26606"/>
          <ac:spMkLst>
            <pc:docMk/>
            <pc:sldMk cId="2599312963" sldId="269"/>
            <ac:spMk id="16" creationId="{06B5A8BF-0680-F9A7-27B1-3971EC934783}"/>
          </ac:spMkLst>
        </pc:spChg>
        <pc:spChg chg="add">
          <ac:chgData name="David Galindo Salamanca" userId="64ea2888-5cca-496b-a560-4396cd260018" providerId="ADAL" clId="{1D12043C-1CF4-4F1B-AFBD-A5A6BBFFA26D}" dt="2026-01-05T13:20:43.416" v="765" actId="26606"/>
          <ac:spMkLst>
            <pc:docMk/>
            <pc:sldMk cId="2599312963" sldId="269"/>
            <ac:spMk id="17" creationId="{4609862E-48F9-45AC-8D44-67A0268A7935}"/>
          </ac:spMkLst>
        </pc:spChg>
        <pc:spChg chg="add">
          <ac:chgData name="David Galindo Salamanca" userId="64ea2888-5cca-496b-a560-4396cd260018" providerId="ADAL" clId="{1D12043C-1CF4-4F1B-AFBD-A5A6BBFFA26D}" dt="2026-01-05T13:20:43.416" v="765" actId="26606"/>
          <ac:spMkLst>
            <pc:docMk/>
            <pc:sldMk cId="2599312963" sldId="269"/>
            <ac:spMk id="19" creationId="{2D5EEA8B-2D86-4D1D-96B3-6B8290303786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99312963" sldId="269"/>
            <ac:spMk id="21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99312963" sldId="269"/>
            <ac:spMk id="23" creationId="{AA083F47-750E-A41F-1E5A-EFB054507C70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99312963" sldId="269"/>
            <ac:spMk id="25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99312963" sldId="269"/>
            <ac:spMk id="27" creationId="{DCF2551A-9BF2-8941-138F-1BC80300773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599312963" sldId="269"/>
            <ac:spMk id="29" creationId="{2CFEB66D-D958-4734-9DDE-0C683FD5D44B}"/>
          </ac:spMkLst>
        </pc:spChg>
        <pc:picChg chg="add del">
          <ac:chgData name="David Galindo Salamanca" userId="64ea2888-5cca-496b-a560-4396cd260018" providerId="ADAL" clId="{1D12043C-1CF4-4F1B-AFBD-A5A6BBFFA26D}" dt="2026-01-05T13:16:21.789" v="682" actId="478"/>
          <ac:picMkLst>
            <pc:docMk/>
            <pc:sldMk cId="2599312963" sldId="269"/>
            <ac:picMk id="7" creationId="{9C617DE4-7F91-0C04-E3DA-570DA5381BAE}"/>
          </ac:picMkLst>
        </pc:picChg>
        <pc:cxnChg chg="add">
          <ac:chgData name="David Galindo Salamanca" userId="64ea2888-5cca-496b-a560-4396cd260018" providerId="ADAL" clId="{1D12043C-1CF4-4F1B-AFBD-A5A6BBFFA26D}" dt="2026-01-05T13:20:43.416" v="765" actId="26606"/>
          <ac:cxnSpMkLst>
            <pc:docMk/>
            <pc:sldMk cId="2599312963" sldId="269"/>
            <ac:cxnSpMk id="4" creationId="{FEB90296-CFE0-401D-9CA3-32966EC4F01D}"/>
          </ac:cxnSpMkLst>
        </pc:cxnChg>
        <pc:cxnChg chg="add">
          <ac:chgData name="David Galindo Salamanca" userId="64ea2888-5cca-496b-a560-4396cd260018" providerId="ADAL" clId="{1D12043C-1CF4-4F1B-AFBD-A5A6BBFFA26D}" dt="2026-01-05T13:20:43.416" v="765" actId="26606"/>
          <ac:cxnSpMkLst>
            <pc:docMk/>
            <pc:sldMk cId="2599312963" sldId="269"/>
            <ac:cxnSpMk id="9" creationId="{08C9B4EE-7611-4ED9-B356-7BDD377C39B0}"/>
          </ac:cxnSpMkLst>
        </pc:cxnChg>
        <pc:cxnChg chg="add">
          <ac:chgData name="David Galindo Salamanca" userId="64ea2888-5cca-496b-a560-4396cd260018" providerId="ADAL" clId="{1D12043C-1CF4-4F1B-AFBD-A5A6BBFFA26D}" dt="2026-01-05T13:20:43.416" v="765" actId="26606"/>
          <ac:cxnSpMkLst>
            <pc:docMk/>
            <pc:sldMk cId="2599312963" sldId="269"/>
            <ac:cxnSpMk id="11" creationId="{4A4F266A-F2F7-47CD-8BBC-E3777E982FD2}"/>
          </ac:cxnSpMkLst>
        </pc:cxnChg>
        <pc:cxnChg chg="add">
          <ac:chgData name="David Galindo Salamanca" userId="64ea2888-5cca-496b-a560-4396cd260018" providerId="ADAL" clId="{1D12043C-1CF4-4F1B-AFBD-A5A6BBFFA26D}" dt="2026-01-05T13:20:43.416" v="765" actId="26606"/>
          <ac:cxnSpMkLst>
            <pc:docMk/>
            <pc:sldMk cId="2599312963" sldId="269"/>
            <ac:cxnSpMk id="13" creationId="{20D69C80-8919-4A32-B897-F2A21F940574}"/>
          </ac:cxnSpMkLst>
        </pc:cxnChg>
        <pc:cxnChg chg="add">
          <ac:chgData name="David Galindo Salamanca" userId="64ea2888-5cca-496b-a560-4396cd260018" providerId="ADAL" clId="{1D12043C-1CF4-4F1B-AFBD-A5A6BBFFA26D}" dt="2026-01-05T13:20:43.416" v="765" actId="26606"/>
          <ac:cxnSpMkLst>
            <pc:docMk/>
            <pc:sldMk cId="2599312963" sldId="269"/>
            <ac:cxnSpMk id="15" creationId="{F427B072-CC5B-481B-9719-8CD4C54444BE}"/>
          </ac:cxnSpMkLst>
        </pc:cxnChg>
      </pc:sldChg>
      <pc:sldChg chg="addSp delSp modSp new mod setBg addAnim setClrOvrMap delDesignElem">
        <pc:chgData name="David Galindo Salamanca" userId="64ea2888-5cca-496b-a560-4396cd260018" providerId="ADAL" clId="{1D12043C-1CF4-4F1B-AFBD-A5A6BBFFA26D}" dt="2026-01-05T13:20:38.767" v="764" actId="26606"/>
        <pc:sldMkLst>
          <pc:docMk/>
          <pc:sldMk cId="1599906988" sldId="270"/>
        </pc:sldMkLst>
        <pc:spChg chg="mod">
          <ac:chgData name="David Galindo Salamanca" userId="64ea2888-5cca-496b-a560-4396cd260018" providerId="ADAL" clId="{1D12043C-1CF4-4F1B-AFBD-A5A6BBFFA26D}" dt="2026-01-05T13:20:38.767" v="764" actId="26606"/>
          <ac:spMkLst>
            <pc:docMk/>
            <pc:sldMk cId="1599906988" sldId="270"/>
            <ac:spMk id="2" creationId="{DFF14B86-A9D5-9AB1-862D-38C1C2F5FF41}"/>
          </ac:spMkLst>
        </pc:spChg>
        <pc:spChg chg="del">
          <ac:chgData name="David Galindo Salamanca" userId="64ea2888-5cca-496b-a560-4396cd260018" providerId="ADAL" clId="{1D12043C-1CF4-4F1B-AFBD-A5A6BBFFA26D}" dt="2026-01-05T13:11:30.864" v="666" actId="26606"/>
          <ac:spMkLst>
            <pc:docMk/>
            <pc:sldMk cId="1599906988" sldId="270"/>
            <ac:spMk id="3" creationId="{1AB89D83-384D-2C11-4DC5-B9AD1FCB249B}"/>
          </ac:spMkLst>
        </pc:spChg>
        <pc:spChg chg="add del">
          <ac:chgData name="David Galindo Salamanca" userId="64ea2888-5cca-496b-a560-4396cd260018" providerId="ADAL" clId="{1D12043C-1CF4-4F1B-AFBD-A5A6BBFFA26D}" dt="2026-01-05T13:16:06.742" v="679" actId="26606"/>
          <ac:spMkLst>
            <pc:docMk/>
            <pc:sldMk cId="1599906988" sldId="270"/>
            <ac:spMk id="9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16:06.742" v="679" actId="26606"/>
          <ac:spMkLst>
            <pc:docMk/>
            <pc:sldMk cId="1599906988" sldId="270"/>
            <ac:spMk id="11" creationId="{EA67E988-5919-57BB-C7DE-D3EAD38A3045}"/>
          </ac:spMkLst>
        </pc:spChg>
        <pc:spChg chg="add">
          <ac:chgData name="David Galindo Salamanca" userId="64ea2888-5cca-496b-a560-4396cd260018" providerId="ADAL" clId="{1D12043C-1CF4-4F1B-AFBD-A5A6BBFFA26D}" dt="2026-01-05T13:20:38.767" v="764" actId="26606"/>
          <ac:spMkLst>
            <pc:docMk/>
            <pc:sldMk cId="1599906988" sldId="270"/>
            <ac:spMk id="12" creationId="{4609862E-48F9-45AC-8D44-67A0268A7935}"/>
          </ac:spMkLst>
        </pc:spChg>
        <pc:spChg chg="add">
          <ac:chgData name="David Galindo Salamanca" userId="64ea2888-5cca-496b-a560-4396cd260018" providerId="ADAL" clId="{1D12043C-1CF4-4F1B-AFBD-A5A6BBFFA26D}" dt="2026-01-05T13:11:30.864" v="666" actId="26606"/>
          <ac:spMkLst>
            <pc:docMk/>
            <pc:sldMk cId="1599906988" sldId="270"/>
            <ac:spMk id="13" creationId="{E20BB609-EF92-42DB-836C-0699A590B5CF}"/>
          </ac:spMkLst>
        </pc:spChg>
        <pc:spChg chg="add del">
          <ac:chgData name="David Galindo Salamanca" userId="64ea2888-5cca-496b-a560-4396cd260018" providerId="ADAL" clId="{1D12043C-1CF4-4F1B-AFBD-A5A6BBFFA26D}" dt="2026-01-05T13:16:06.742" v="679" actId="26606"/>
          <ac:spMkLst>
            <pc:docMk/>
            <pc:sldMk cId="1599906988" sldId="270"/>
            <ac:spMk id="15" creationId="{637992A9-1E8C-4E57-B4F4-EE2D38E504A2}"/>
          </ac:spMkLst>
        </pc:spChg>
        <pc:spChg chg="add del">
          <ac:chgData name="David Galindo Salamanca" userId="64ea2888-5cca-496b-a560-4396cd260018" providerId="ADAL" clId="{1D12043C-1CF4-4F1B-AFBD-A5A6BBFFA26D}" dt="2026-01-05T13:16:06.742" v="679" actId="26606"/>
          <ac:spMkLst>
            <pc:docMk/>
            <pc:sldMk cId="1599906988" sldId="270"/>
            <ac:spMk id="17" creationId="{B2C335F7-F61C-4EB4-80F2-4B1438FE66BB}"/>
          </ac:spMkLst>
        </pc:spChg>
        <pc:spChg chg="add">
          <ac:chgData name="David Galindo Salamanca" userId="64ea2888-5cca-496b-a560-4396cd260018" providerId="ADAL" clId="{1D12043C-1CF4-4F1B-AFBD-A5A6BBFFA26D}" dt="2026-01-05T13:20:38.767" v="764" actId="26606"/>
          <ac:spMkLst>
            <pc:docMk/>
            <pc:sldMk cId="1599906988" sldId="270"/>
            <ac:spMk id="19" creationId="{2D5EEA8B-2D86-4D1D-96B3-6B8290303786}"/>
          </ac:spMkLst>
        </pc:spChg>
        <pc:spChg chg="add del">
          <ac:chgData name="David Galindo Salamanca" userId="64ea2888-5cca-496b-a560-4396cd260018" providerId="ADAL" clId="{1D12043C-1CF4-4F1B-AFBD-A5A6BBFFA26D}" dt="2026-01-05T13:16:12.735" v="680" actId="26606"/>
          <ac:spMkLst>
            <pc:docMk/>
            <pc:sldMk cId="1599906988" sldId="270"/>
            <ac:spMk id="22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16:12.735" v="680" actId="26606"/>
          <ac:spMkLst>
            <pc:docMk/>
            <pc:sldMk cId="1599906988" sldId="270"/>
            <ac:spMk id="24" creationId="{AA083F47-750E-A41F-1E5A-EFB054507C70}"/>
          </ac:spMkLst>
        </pc:spChg>
        <pc:spChg chg="add del">
          <ac:chgData name="David Galindo Salamanca" userId="64ea2888-5cca-496b-a560-4396cd260018" providerId="ADAL" clId="{1D12043C-1CF4-4F1B-AFBD-A5A6BBFFA26D}" dt="2026-01-05T13:16:12.735" v="680" actId="26606"/>
          <ac:spMkLst>
            <pc:docMk/>
            <pc:sldMk cId="1599906988" sldId="270"/>
            <ac:spMk id="26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16:12.735" v="680" actId="26606"/>
          <ac:spMkLst>
            <pc:docMk/>
            <pc:sldMk cId="1599906988" sldId="270"/>
            <ac:spMk id="30" creationId="{A8A44BC8-2508-4575-75F6-0ED3F11E721E}"/>
          </ac:spMkLst>
        </pc:spChg>
        <pc:spChg chg="add">
          <ac:chgData name="David Galindo Salamanca" userId="64ea2888-5cca-496b-a560-4396cd260018" providerId="ADAL" clId="{1D12043C-1CF4-4F1B-AFBD-A5A6BBFFA26D}" dt="2026-01-05T13:16:06.742" v="679" actId="26606"/>
          <ac:spMkLst>
            <pc:docMk/>
            <pc:sldMk cId="1599906988" sldId="270"/>
            <ac:spMk id="32" creationId="{74BCF1CC-D6F1-21D9-307D-C36BA9E87FB8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599906988" sldId="270"/>
            <ac:spMk id="37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599906988" sldId="270"/>
            <ac:spMk id="39" creationId="{AA083F47-750E-A41F-1E5A-EFB054507C70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599906988" sldId="270"/>
            <ac:spMk id="41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599906988" sldId="270"/>
            <ac:spMk id="43" creationId="{DCF2551A-9BF2-8941-138F-1BC80300773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599906988" sldId="270"/>
            <ac:spMk id="45" creationId="{2CFEB66D-D958-4734-9DDE-0C683FD5D44B}"/>
          </ac:spMkLst>
        </pc:spChg>
        <pc:picChg chg="add del">
          <ac:chgData name="David Galindo Salamanca" userId="64ea2888-5cca-496b-a560-4396cd260018" providerId="ADAL" clId="{1D12043C-1CF4-4F1B-AFBD-A5A6BBFFA26D}" dt="2026-01-05T13:16:03.319" v="678" actId="478"/>
          <ac:picMkLst>
            <pc:docMk/>
            <pc:sldMk cId="1599906988" sldId="270"/>
            <ac:picMk id="5" creationId="{39B78A20-562A-6AE9-CCB5-741C14B8CBE3}"/>
          </ac:picMkLst>
        </pc:picChg>
        <pc:cxnChg chg="add">
          <ac:chgData name="David Galindo Salamanca" userId="64ea2888-5cca-496b-a560-4396cd260018" providerId="ADAL" clId="{1D12043C-1CF4-4F1B-AFBD-A5A6BBFFA26D}" dt="2026-01-05T13:20:38.767" v="764" actId="26606"/>
          <ac:cxnSpMkLst>
            <pc:docMk/>
            <pc:sldMk cId="1599906988" sldId="270"/>
            <ac:cxnSpMk id="4" creationId="{08C9B4EE-7611-4ED9-B356-7BDD377C39B0}"/>
          </ac:cxnSpMkLst>
        </pc:cxnChg>
        <pc:cxnChg chg="add">
          <ac:chgData name="David Galindo Salamanca" userId="64ea2888-5cca-496b-a560-4396cd260018" providerId="ADAL" clId="{1D12043C-1CF4-4F1B-AFBD-A5A6BBFFA26D}" dt="2026-01-05T13:20:38.767" v="764" actId="26606"/>
          <ac:cxnSpMkLst>
            <pc:docMk/>
            <pc:sldMk cId="1599906988" sldId="270"/>
            <ac:cxnSpMk id="6" creationId="{4A4F266A-F2F7-47CD-8BBC-E3777E982FD2}"/>
          </ac:cxnSpMkLst>
        </pc:cxnChg>
        <pc:cxnChg chg="add">
          <ac:chgData name="David Galindo Salamanca" userId="64ea2888-5cca-496b-a560-4396cd260018" providerId="ADAL" clId="{1D12043C-1CF4-4F1B-AFBD-A5A6BBFFA26D}" dt="2026-01-05T13:20:38.767" v="764" actId="26606"/>
          <ac:cxnSpMkLst>
            <pc:docMk/>
            <pc:sldMk cId="1599906988" sldId="270"/>
            <ac:cxnSpMk id="7" creationId="{FEB90296-CFE0-401D-9CA3-32966EC4F01D}"/>
          </ac:cxnSpMkLst>
        </pc:cxnChg>
        <pc:cxnChg chg="add">
          <ac:chgData name="David Galindo Salamanca" userId="64ea2888-5cca-496b-a560-4396cd260018" providerId="ADAL" clId="{1D12043C-1CF4-4F1B-AFBD-A5A6BBFFA26D}" dt="2026-01-05T13:20:38.767" v="764" actId="26606"/>
          <ac:cxnSpMkLst>
            <pc:docMk/>
            <pc:sldMk cId="1599906988" sldId="270"/>
            <ac:cxnSpMk id="8" creationId="{20D69C80-8919-4A32-B897-F2A21F940574}"/>
          </ac:cxnSpMkLst>
        </pc:cxnChg>
        <pc:cxnChg chg="add">
          <ac:chgData name="David Galindo Salamanca" userId="64ea2888-5cca-496b-a560-4396cd260018" providerId="ADAL" clId="{1D12043C-1CF4-4F1B-AFBD-A5A6BBFFA26D}" dt="2026-01-05T13:20:38.767" v="764" actId="26606"/>
          <ac:cxnSpMkLst>
            <pc:docMk/>
            <pc:sldMk cId="1599906988" sldId="270"/>
            <ac:cxnSpMk id="10" creationId="{F427B072-CC5B-481B-9719-8CD4C54444BE}"/>
          </ac:cxnSpMkLst>
        </pc:cxnChg>
      </pc:sldChg>
      <pc:sldChg chg="modSp mod">
        <pc:chgData name="David Galindo Salamanca" userId="64ea2888-5cca-496b-a560-4396cd260018" providerId="ADAL" clId="{1D12043C-1CF4-4F1B-AFBD-A5A6BBFFA26D}" dt="2026-01-05T13:21:06.654" v="774" actId="1076"/>
        <pc:sldMkLst>
          <pc:docMk/>
          <pc:sldMk cId="750240366" sldId="271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750240366" sldId="271"/>
            <ac:spMk id="2" creationId="{49294FCB-9BD0-4284-71F6-AB49F011E33A}"/>
          </ac:spMkLst>
        </pc:spChg>
        <pc:picChg chg="mod">
          <ac:chgData name="David Galindo Salamanca" userId="64ea2888-5cca-496b-a560-4396cd260018" providerId="ADAL" clId="{1D12043C-1CF4-4F1B-AFBD-A5A6BBFFA26D}" dt="2026-01-05T13:21:05.438" v="773" actId="1076"/>
          <ac:picMkLst>
            <pc:docMk/>
            <pc:sldMk cId="750240366" sldId="271"/>
            <ac:picMk id="7" creationId="{2BC6693B-3E5F-245A-92D5-C38E53D87F69}"/>
          </ac:picMkLst>
        </pc:picChg>
        <pc:picChg chg="mod">
          <ac:chgData name="David Galindo Salamanca" userId="64ea2888-5cca-496b-a560-4396cd260018" providerId="ADAL" clId="{1D12043C-1CF4-4F1B-AFBD-A5A6BBFFA26D}" dt="2026-01-05T13:21:06.654" v="774" actId="1076"/>
          <ac:picMkLst>
            <pc:docMk/>
            <pc:sldMk cId="750240366" sldId="271"/>
            <ac:picMk id="8" creationId="{D71D1451-F5F3-C2E8-0B4C-4FB7CC25032A}"/>
          </ac:picMkLst>
        </pc:picChg>
      </pc:sldChg>
      <pc:sldChg chg="addSp delSp modSp new mod setBg addAnim delDesignElem">
        <pc:chgData name="David Galindo Salamanca" userId="64ea2888-5cca-496b-a560-4396cd260018" providerId="ADAL" clId="{1D12043C-1CF4-4F1B-AFBD-A5A6BBFFA26D}" dt="2026-01-05T13:20:46.729" v="767"/>
        <pc:sldMkLst>
          <pc:docMk/>
          <pc:sldMk cId="2129396246" sldId="272"/>
        </pc:sldMkLst>
        <pc:spChg chg="mod">
          <ac:chgData name="David Galindo Salamanca" userId="64ea2888-5cca-496b-a560-4396cd260018" providerId="ADAL" clId="{1D12043C-1CF4-4F1B-AFBD-A5A6BBFFA26D}" dt="2026-01-05T13:20:46.728" v="766" actId="26606"/>
          <ac:spMkLst>
            <pc:docMk/>
            <pc:sldMk cId="2129396246" sldId="272"/>
            <ac:spMk id="2" creationId="{645AEFC5-FF55-590E-5731-BB8DF64DAD17}"/>
          </ac:spMkLst>
        </pc:spChg>
        <pc:spChg chg="del">
          <ac:chgData name="David Galindo Salamanca" userId="64ea2888-5cca-496b-a560-4396cd260018" providerId="ADAL" clId="{1D12043C-1CF4-4F1B-AFBD-A5A6BBFFA26D}" dt="2026-01-05T13:15:18.900" v="675" actId="26606"/>
          <ac:spMkLst>
            <pc:docMk/>
            <pc:sldMk cId="2129396246" sldId="272"/>
            <ac:spMk id="3" creationId="{A4559B2F-8861-34FE-B4E5-5D3AA4769E01}"/>
          </ac:spMkLst>
        </pc:spChg>
        <pc:spChg chg="add del">
          <ac:chgData name="David Galindo Salamanca" userId="64ea2888-5cca-496b-a560-4396cd260018" providerId="ADAL" clId="{1D12043C-1CF4-4F1B-AFBD-A5A6BBFFA26D}" dt="2026-01-05T13:15:41.030" v="677" actId="26606"/>
          <ac:spMkLst>
            <pc:docMk/>
            <pc:sldMk cId="2129396246" sldId="272"/>
            <ac:spMk id="10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15:41.030" v="677" actId="26606"/>
          <ac:spMkLst>
            <pc:docMk/>
            <pc:sldMk cId="2129396246" sldId="272"/>
            <ac:spMk id="12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15:41.030" v="677" actId="26606"/>
          <ac:spMkLst>
            <pc:docMk/>
            <pc:sldMk cId="2129396246" sldId="272"/>
            <ac:spMk id="14" creationId="{5820888B-4EA5-E0E8-6D52-7733E1E77451}"/>
          </ac:spMkLst>
        </pc:spChg>
        <pc:spChg chg="add del">
          <ac:chgData name="David Galindo Salamanca" userId="64ea2888-5cca-496b-a560-4396cd260018" providerId="ADAL" clId="{1D12043C-1CF4-4F1B-AFBD-A5A6BBFFA26D}" dt="2026-01-05T13:15:41.030" v="677" actId="26606"/>
          <ac:spMkLst>
            <pc:docMk/>
            <pc:sldMk cId="2129396246" sldId="272"/>
            <ac:spMk id="16" creationId="{06B5A8BF-0680-F9A7-27B1-3971EC934783}"/>
          </ac:spMkLst>
        </pc:spChg>
        <pc:spChg chg="add">
          <ac:chgData name="David Galindo Salamanca" userId="64ea2888-5cca-496b-a560-4396cd260018" providerId="ADAL" clId="{1D12043C-1CF4-4F1B-AFBD-A5A6BBFFA26D}" dt="2026-01-05T13:20:46.728" v="766" actId="26606"/>
          <ac:spMkLst>
            <pc:docMk/>
            <pc:sldMk cId="2129396246" sldId="272"/>
            <ac:spMk id="17" creationId="{4609862E-48F9-45AC-8D44-67A0268A7935}"/>
          </ac:spMkLst>
        </pc:spChg>
        <pc:spChg chg="add">
          <ac:chgData name="David Galindo Salamanca" userId="64ea2888-5cca-496b-a560-4396cd260018" providerId="ADAL" clId="{1D12043C-1CF4-4F1B-AFBD-A5A6BBFFA26D}" dt="2026-01-05T13:20:46.728" v="766" actId="26606"/>
          <ac:spMkLst>
            <pc:docMk/>
            <pc:sldMk cId="2129396246" sldId="272"/>
            <ac:spMk id="19" creationId="{2D5EEA8B-2D86-4D1D-96B3-6B8290303786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129396246" sldId="272"/>
            <ac:spMk id="21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129396246" sldId="272"/>
            <ac:spMk id="23" creationId="{AA083F47-750E-A41F-1E5A-EFB054507C70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129396246" sldId="272"/>
            <ac:spMk id="25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129396246" sldId="272"/>
            <ac:spMk id="27" creationId="{DCF2551A-9BF2-8941-138F-1BC80300773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2129396246" sldId="272"/>
            <ac:spMk id="29" creationId="{2CFEB66D-D958-4734-9DDE-0C683FD5D44B}"/>
          </ac:spMkLst>
        </pc:spChg>
        <pc:picChg chg="add del">
          <ac:chgData name="David Galindo Salamanca" userId="64ea2888-5cca-496b-a560-4396cd260018" providerId="ADAL" clId="{1D12043C-1CF4-4F1B-AFBD-A5A6BBFFA26D}" dt="2026-01-05T13:15:37.499" v="676" actId="478"/>
          <ac:picMkLst>
            <pc:docMk/>
            <pc:sldMk cId="2129396246" sldId="272"/>
            <ac:picMk id="7" creationId="{31BEE115-B24B-1B14-F9D1-21A6ED711109}"/>
          </ac:picMkLst>
        </pc:picChg>
        <pc:cxnChg chg="add">
          <ac:chgData name="David Galindo Salamanca" userId="64ea2888-5cca-496b-a560-4396cd260018" providerId="ADAL" clId="{1D12043C-1CF4-4F1B-AFBD-A5A6BBFFA26D}" dt="2026-01-05T13:20:46.728" v="766" actId="26606"/>
          <ac:cxnSpMkLst>
            <pc:docMk/>
            <pc:sldMk cId="2129396246" sldId="272"/>
            <ac:cxnSpMk id="4" creationId="{FEB90296-CFE0-401D-9CA3-32966EC4F01D}"/>
          </ac:cxnSpMkLst>
        </pc:cxnChg>
        <pc:cxnChg chg="add">
          <ac:chgData name="David Galindo Salamanca" userId="64ea2888-5cca-496b-a560-4396cd260018" providerId="ADAL" clId="{1D12043C-1CF4-4F1B-AFBD-A5A6BBFFA26D}" dt="2026-01-05T13:20:46.728" v="766" actId="26606"/>
          <ac:cxnSpMkLst>
            <pc:docMk/>
            <pc:sldMk cId="2129396246" sldId="272"/>
            <ac:cxnSpMk id="9" creationId="{08C9B4EE-7611-4ED9-B356-7BDD377C39B0}"/>
          </ac:cxnSpMkLst>
        </pc:cxnChg>
        <pc:cxnChg chg="add">
          <ac:chgData name="David Galindo Salamanca" userId="64ea2888-5cca-496b-a560-4396cd260018" providerId="ADAL" clId="{1D12043C-1CF4-4F1B-AFBD-A5A6BBFFA26D}" dt="2026-01-05T13:20:46.728" v="766" actId="26606"/>
          <ac:cxnSpMkLst>
            <pc:docMk/>
            <pc:sldMk cId="2129396246" sldId="272"/>
            <ac:cxnSpMk id="11" creationId="{4A4F266A-F2F7-47CD-8BBC-E3777E982FD2}"/>
          </ac:cxnSpMkLst>
        </pc:cxnChg>
        <pc:cxnChg chg="add">
          <ac:chgData name="David Galindo Salamanca" userId="64ea2888-5cca-496b-a560-4396cd260018" providerId="ADAL" clId="{1D12043C-1CF4-4F1B-AFBD-A5A6BBFFA26D}" dt="2026-01-05T13:20:46.728" v="766" actId="26606"/>
          <ac:cxnSpMkLst>
            <pc:docMk/>
            <pc:sldMk cId="2129396246" sldId="272"/>
            <ac:cxnSpMk id="13" creationId="{20D69C80-8919-4A32-B897-F2A21F940574}"/>
          </ac:cxnSpMkLst>
        </pc:cxnChg>
        <pc:cxnChg chg="add">
          <ac:chgData name="David Galindo Salamanca" userId="64ea2888-5cca-496b-a560-4396cd260018" providerId="ADAL" clId="{1D12043C-1CF4-4F1B-AFBD-A5A6BBFFA26D}" dt="2026-01-05T13:20:46.728" v="766" actId="26606"/>
          <ac:cxnSpMkLst>
            <pc:docMk/>
            <pc:sldMk cId="2129396246" sldId="272"/>
            <ac:cxnSpMk id="15" creationId="{F427B072-CC5B-481B-9719-8CD4C54444BE}"/>
          </ac:cxnSpMkLst>
        </pc:cxnChg>
      </pc:sldChg>
      <pc:sldChg chg="addSp delSp modSp new mod setBg addAnim delDesignElem">
        <pc:chgData name="David Galindo Salamanca" userId="64ea2888-5cca-496b-a560-4396cd260018" providerId="ADAL" clId="{1D12043C-1CF4-4F1B-AFBD-A5A6BBFFA26D}" dt="2026-01-05T13:20:53.557" v="770"/>
        <pc:sldMkLst>
          <pc:docMk/>
          <pc:sldMk cId="3841030021" sldId="273"/>
        </pc:sldMkLst>
        <pc:spChg chg="mod">
          <ac:chgData name="David Galindo Salamanca" userId="64ea2888-5cca-496b-a560-4396cd260018" providerId="ADAL" clId="{1D12043C-1CF4-4F1B-AFBD-A5A6BBFFA26D}" dt="2026-01-05T13:20:53.556" v="769" actId="26606"/>
          <ac:spMkLst>
            <pc:docMk/>
            <pc:sldMk cId="3841030021" sldId="273"/>
            <ac:spMk id="2" creationId="{706C2C53-9901-464A-484D-6E49FF28407F}"/>
          </ac:spMkLst>
        </pc:spChg>
        <pc:spChg chg="del">
          <ac:chgData name="David Galindo Salamanca" userId="64ea2888-5cca-496b-a560-4396cd260018" providerId="ADAL" clId="{1D12043C-1CF4-4F1B-AFBD-A5A6BBFFA26D}" dt="2026-01-05T13:16:34.411" v="686" actId="26606"/>
          <ac:spMkLst>
            <pc:docMk/>
            <pc:sldMk cId="3841030021" sldId="273"/>
            <ac:spMk id="3" creationId="{F56F358A-985E-CDD6-4C7C-404A4648590F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841030021" sldId="273"/>
            <ac:spMk id="8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841030021" sldId="273"/>
            <ac:spMk id="10" creationId="{AA083F47-750E-A41F-1E5A-EFB054507C70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841030021" sldId="273"/>
            <ac:spMk id="12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841030021" sldId="273"/>
            <ac:spMk id="14" creationId="{DCF2551A-9BF2-8941-138F-1BC80300773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841030021" sldId="273"/>
            <ac:spMk id="16" creationId="{2CFEB66D-D958-4734-9DDE-0C683FD5D44B}"/>
          </ac:spMkLst>
        </pc:spChg>
        <pc:spChg chg="add">
          <ac:chgData name="David Galindo Salamanca" userId="64ea2888-5cca-496b-a560-4396cd260018" providerId="ADAL" clId="{1D12043C-1CF4-4F1B-AFBD-A5A6BBFFA26D}" dt="2026-01-05T13:20:53.556" v="769" actId="26606"/>
          <ac:spMkLst>
            <pc:docMk/>
            <pc:sldMk cId="3841030021" sldId="273"/>
            <ac:spMk id="17" creationId="{4609862E-48F9-45AC-8D44-67A0268A7935}"/>
          </ac:spMkLst>
        </pc:spChg>
        <pc:spChg chg="add">
          <ac:chgData name="David Galindo Salamanca" userId="64ea2888-5cca-496b-a560-4396cd260018" providerId="ADAL" clId="{1D12043C-1CF4-4F1B-AFBD-A5A6BBFFA26D}" dt="2026-01-05T13:20:53.556" v="769" actId="26606"/>
          <ac:spMkLst>
            <pc:docMk/>
            <pc:sldMk cId="3841030021" sldId="273"/>
            <ac:spMk id="19" creationId="{2D5EEA8B-2D86-4D1D-96B3-6B8290303786}"/>
          </ac:spMkLst>
        </pc:spChg>
        <pc:cxnChg chg="add">
          <ac:chgData name="David Galindo Salamanca" userId="64ea2888-5cca-496b-a560-4396cd260018" providerId="ADAL" clId="{1D12043C-1CF4-4F1B-AFBD-A5A6BBFFA26D}" dt="2026-01-05T13:20:53.556" v="769" actId="26606"/>
          <ac:cxnSpMkLst>
            <pc:docMk/>
            <pc:sldMk cId="3841030021" sldId="273"/>
            <ac:cxnSpMk id="7" creationId="{FEB90296-CFE0-401D-9CA3-32966EC4F01D}"/>
          </ac:cxnSpMkLst>
        </pc:cxnChg>
        <pc:cxnChg chg="add">
          <ac:chgData name="David Galindo Salamanca" userId="64ea2888-5cca-496b-a560-4396cd260018" providerId="ADAL" clId="{1D12043C-1CF4-4F1B-AFBD-A5A6BBFFA26D}" dt="2026-01-05T13:20:53.556" v="769" actId="26606"/>
          <ac:cxnSpMkLst>
            <pc:docMk/>
            <pc:sldMk cId="3841030021" sldId="273"/>
            <ac:cxnSpMk id="9" creationId="{08C9B4EE-7611-4ED9-B356-7BDD377C39B0}"/>
          </ac:cxnSpMkLst>
        </pc:cxnChg>
        <pc:cxnChg chg="add">
          <ac:chgData name="David Galindo Salamanca" userId="64ea2888-5cca-496b-a560-4396cd260018" providerId="ADAL" clId="{1D12043C-1CF4-4F1B-AFBD-A5A6BBFFA26D}" dt="2026-01-05T13:20:53.556" v="769" actId="26606"/>
          <ac:cxnSpMkLst>
            <pc:docMk/>
            <pc:sldMk cId="3841030021" sldId="273"/>
            <ac:cxnSpMk id="11" creationId="{4A4F266A-F2F7-47CD-8BBC-E3777E982FD2}"/>
          </ac:cxnSpMkLst>
        </pc:cxnChg>
        <pc:cxnChg chg="add">
          <ac:chgData name="David Galindo Salamanca" userId="64ea2888-5cca-496b-a560-4396cd260018" providerId="ADAL" clId="{1D12043C-1CF4-4F1B-AFBD-A5A6BBFFA26D}" dt="2026-01-05T13:20:53.556" v="769" actId="26606"/>
          <ac:cxnSpMkLst>
            <pc:docMk/>
            <pc:sldMk cId="3841030021" sldId="273"/>
            <ac:cxnSpMk id="13" creationId="{20D69C80-8919-4A32-B897-F2A21F940574}"/>
          </ac:cxnSpMkLst>
        </pc:cxnChg>
        <pc:cxnChg chg="add">
          <ac:chgData name="David Galindo Salamanca" userId="64ea2888-5cca-496b-a560-4396cd260018" providerId="ADAL" clId="{1D12043C-1CF4-4F1B-AFBD-A5A6BBFFA26D}" dt="2026-01-05T13:20:53.556" v="769" actId="26606"/>
          <ac:cxnSpMkLst>
            <pc:docMk/>
            <pc:sldMk cId="3841030021" sldId="273"/>
            <ac:cxnSpMk id="15" creationId="{F427B072-CC5B-481B-9719-8CD4C54444BE}"/>
          </ac:cxnSpMkLst>
        </pc:cxnChg>
      </pc:sldChg>
      <pc:sldChg chg="addSp delSp modSp new mod setBg delDesignElem">
        <pc:chgData name="David Galindo Salamanca" userId="64ea2888-5cca-496b-a560-4396cd260018" providerId="ADAL" clId="{1D12043C-1CF4-4F1B-AFBD-A5A6BBFFA26D}" dt="2026-01-05T13:22:54.007" v="794" actId="1076"/>
        <pc:sldMkLst>
          <pc:docMk/>
          <pc:sldMk cId="1369495599" sldId="274"/>
        </pc:sldMkLst>
        <pc:spChg chg="mod">
          <ac:chgData name="David Galindo Salamanca" userId="64ea2888-5cca-496b-a560-4396cd260018" providerId="ADAL" clId="{1D12043C-1CF4-4F1B-AFBD-A5A6BBFFA26D}" dt="2026-01-05T13:20:59.765" v="771" actId="26606"/>
          <ac:spMkLst>
            <pc:docMk/>
            <pc:sldMk cId="1369495599" sldId="274"/>
            <ac:spMk id="2" creationId="{2296B2E6-0A60-4C17-9C5A-A1F624929187}"/>
          </ac:spMkLst>
        </pc:spChg>
        <pc:spChg chg="del">
          <ac:chgData name="David Galindo Salamanca" userId="64ea2888-5cca-496b-a560-4396cd260018" providerId="ADAL" clId="{1D12043C-1CF4-4F1B-AFBD-A5A6BBFFA26D}" dt="2026-01-05T13:18:53.900" v="745" actId="22"/>
          <ac:spMkLst>
            <pc:docMk/>
            <pc:sldMk cId="1369495599" sldId="274"/>
            <ac:spMk id="3" creationId="{86A5DB73-685F-8FF2-F0EB-216FFC352490}"/>
          </ac:spMkLst>
        </pc:spChg>
        <pc:spChg chg="add del">
          <ac:chgData name="David Galindo Salamanca" userId="64ea2888-5cca-496b-a560-4396cd260018" providerId="ADAL" clId="{1D12043C-1CF4-4F1B-AFBD-A5A6BBFFA26D}" dt="2026-01-05T13:19:20.595" v="753" actId="26606"/>
          <ac:spMkLst>
            <pc:docMk/>
            <pc:sldMk cId="1369495599" sldId="274"/>
            <ac:spMk id="10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19:20.595" v="753" actId="26606"/>
          <ac:spMkLst>
            <pc:docMk/>
            <pc:sldMk cId="1369495599" sldId="274"/>
            <ac:spMk id="12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19:20.595" v="753" actId="26606"/>
          <ac:spMkLst>
            <pc:docMk/>
            <pc:sldMk cId="1369495599" sldId="274"/>
            <ac:spMk id="14" creationId="{FAF3766F-DEF3-4802-BB0D-7A18EDD9704F}"/>
          </ac:spMkLst>
        </pc:spChg>
        <pc:spChg chg="add del">
          <ac:chgData name="David Galindo Salamanca" userId="64ea2888-5cca-496b-a560-4396cd260018" providerId="ADAL" clId="{1D12043C-1CF4-4F1B-AFBD-A5A6BBFFA26D}" dt="2026-01-05T13:19:20.595" v="753" actId="26606"/>
          <ac:spMkLst>
            <pc:docMk/>
            <pc:sldMk cId="1369495599" sldId="274"/>
            <ac:spMk id="16" creationId="{81F0C179-4DBF-6AB9-CD0B-9224A0C885A4}"/>
          </ac:spMkLst>
        </pc:spChg>
        <pc:spChg chg="add">
          <ac:chgData name="David Galindo Salamanca" userId="64ea2888-5cca-496b-a560-4396cd260018" providerId="ADAL" clId="{1D12043C-1CF4-4F1B-AFBD-A5A6BBFFA26D}" dt="2026-01-05T13:20:59.765" v="771" actId="26606"/>
          <ac:spMkLst>
            <pc:docMk/>
            <pc:sldMk cId="1369495599" sldId="274"/>
            <ac:spMk id="20" creationId="{8777B48D-7BF2-470D-876B-50CD5CC83EBA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369495599" sldId="274"/>
            <ac:spMk id="21" creationId="{774A975B-A886-5202-0489-6965514A0D14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369495599" sldId="274"/>
            <ac:spMk id="23" creationId="{EA67E988-5919-57BB-C7DE-D3EAD38A3045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369495599" sldId="274"/>
            <ac:spMk id="25" creationId="{5820888B-4EA5-E0E8-6D52-7733E1E77451}"/>
          </ac:spMkLst>
        </pc:spChg>
        <pc:spChg chg="add del">
          <ac:chgData name="David Galindo Salamanca" userId="64ea2888-5cca-496b-a560-4396cd260018" providerId="ADAL" clId="{1D12043C-1CF4-4F1B-AFBD-A5A6BBFFA26D}" dt="2026-01-05T13:20:26.337" v="762"/>
          <ac:spMkLst>
            <pc:docMk/>
            <pc:sldMk cId="1369495599" sldId="274"/>
            <ac:spMk id="27" creationId="{06B5A8BF-0680-F9A7-27B1-3971EC934783}"/>
          </ac:spMkLst>
        </pc:spChg>
        <pc:grpChg chg="add">
          <ac:chgData name="David Galindo Salamanca" userId="64ea2888-5cca-496b-a560-4396cd260018" providerId="ADAL" clId="{1D12043C-1CF4-4F1B-AFBD-A5A6BBFFA26D}" dt="2026-01-05T13:20:59.765" v="771" actId="26606"/>
          <ac:grpSpMkLst>
            <pc:docMk/>
            <pc:sldMk cId="1369495599" sldId="274"/>
            <ac:grpSpMk id="22" creationId="{83DA8283-3FF4-47B3-9266-60768C743207}"/>
          </ac:grpSpMkLst>
        </pc:grpChg>
        <pc:picChg chg="add mod ord modCrop">
          <ac:chgData name="David Galindo Salamanca" userId="64ea2888-5cca-496b-a560-4396cd260018" providerId="ADAL" clId="{1D12043C-1CF4-4F1B-AFBD-A5A6BBFFA26D}" dt="2026-01-05T13:22:54.007" v="794" actId="1076"/>
          <ac:picMkLst>
            <pc:docMk/>
            <pc:sldMk cId="1369495599" sldId="274"/>
            <ac:picMk id="5" creationId="{BD7CC801-FC67-2D0D-FCE6-4A7AF80D1A5C}"/>
          </ac:picMkLst>
        </pc:picChg>
        <pc:cxnChg chg="add">
          <ac:chgData name="David Galindo Salamanca" userId="64ea2888-5cca-496b-a560-4396cd260018" providerId="ADAL" clId="{1D12043C-1CF4-4F1B-AFBD-A5A6BBFFA26D}" dt="2026-01-05T13:20:59.765" v="771" actId="26606"/>
          <ac:cxnSpMkLst>
            <pc:docMk/>
            <pc:sldMk cId="1369495599" sldId="274"/>
            <ac:cxnSpMk id="7" creationId="{8FD48FB1-66D8-4676-B0AA-C139A1DB78D1}"/>
          </ac:cxnSpMkLst>
        </pc:cxnChg>
        <pc:cxnChg chg="add">
          <ac:chgData name="David Galindo Salamanca" userId="64ea2888-5cca-496b-a560-4396cd260018" providerId="ADAL" clId="{1D12043C-1CF4-4F1B-AFBD-A5A6BBFFA26D}" dt="2026-01-05T13:20:59.765" v="771" actId="26606"/>
          <ac:cxnSpMkLst>
            <pc:docMk/>
            <pc:sldMk cId="1369495599" sldId="274"/>
            <ac:cxnSpMk id="8" creationId="{F033F5AE-6728-4F19-8DED-658E674B31B9}"/>
          </ac:cxnSpMkLst>
        </pc:cxnChg>
        <pc:cxnChg chg="add">
          <ac:chgData name="David Galindo Salamanca" userId="64ea2888-5cca-496b-a560-4396cd260018" providerId="ADAL" clId="{1D12043C-1CF4-4F1B-AFBD-A5A6BBFFA26D}" dt="2026-01-05T13:20:59.765" v="771" actId="26606"/>
          <ac:cxnSpMkLst>
            <pc:docMk/>
            <pc:sldMk cId="1369495599" sldId="274"/>
            <ac:cxnSpMk id="9" creationId="{82C7D74A-18BA-4709-A808-44E8815C4430}"/>
          </ac:cxnSpMkLst>
        </pc:cxnChg>
        <pc:cxnChg chg="add">
          <ac:chgData name="David Galindo Salamanca" userId="64ea2888-5cca-496b-a560-4396cd260018" providerId="ADAL" clId="{1D12043C-1CF4-4F1B-AFBD-A5A6BBFFA26D}" dt="2026-01-05T13:20:59.765" v="771" actId="26606"/>
          <ac:cxnSpMkLst>
            <pc:docMk/>
            <pc:sldMk cId="1369495599" sldId="274"/>
            <ac:cxnSpMk id="11" creationId="{B5164A3F-1561-4039-8185-AB0EEB713EA7}"/>
          </ac:cxnSpMkLst>
        </pc:cxnChg>
        <pc:cxnChg chg="add">
          <ac:chgData name="David Galindo Salamanca" userId="64ea2888-5cca-496b-a560-4396cd260018" providerId="ADAL" clId="{1D12043C-1CF4-4F1B-AFBD-A5A6BBFFA26D}" dt="2026-01-05T13:20:59.765" v="771" actId="26606"/>
          <ac:cxnSpMkLst>
            <pc:docMk/>
            <pc:sldMk cId="1369495599" sldId="274"/>
            <ac:cxnSpMk id="18" creationId="{2A35DB53-42BE-460E-9CA1-1294C98463CB}"/>
          </ac:cxnSpMkLst>
        </pc:cxnChg>
      </pc:sldChg>
      <pc:sldChg chg="addSp delSp modSp new mod">
        <pc:chgData name="David Galindo Salamanca" userId="64ea2888-5cca-496b-a560-4396cd260018" providerId="ADAL" clId="{1D12043C-1CF4-4F1B-AFBD-A5A6BBFFA26D}" dt="2026-01-05T13:22:10.682" v="786" actId="1076"/>
        <pc:sldMkLst>
          <pc:docMk/>
          <pc:sldMk cId="3676433264" sldId="275"/>
        </pc:sldMkLst>
        <pc:spChg chg="mod">
          <ac:chgData name="David Galindo Salamanca" userId="64ea2888-5cca-496b-a560-4396cd260018" providerId="ADAL" clId="{1D12043C-1CF4-4F1B-AFBD-A5A6BBFFA26D}" dt="2026-01-05T13:20:26.337" v="762"/>
          <ac:spMkLst>
            <pc:docMk/>
            <pc:sldMk cId="3676433264" sldId="275"/>
            <ac:spMk id="2" creationId="{3A81BDC2-DFD7-70E4-6343-A18C2F0C19F1}"/>
          </ac:spMkLst>
        </pc:spChg>
        <pc:spChg chg="del">
          <ac:chgData name="David Galindo Salamanca" userId="64ea2888-5cca-496b-a560-4396cd260018" providerId="ADAL" clId="{1D12043C-1CF4-4F1B-AFBD-A5A6BBFFA26D}" dt="2026-01-05T13:18:04.621" v="741" actId="22"/>
          <ac:spMkLst>
            <pc:docMk/>
            <pc:sldMk cId="3676433264" sldId="275"/>
            <ac:spMk id="3" creationId="{FF1759F6-6F25-CD88-B777-841743E912A3}"/>
          </ac:spMkLst>
        </pc:spChg>
        <pc:picChg chg="add mod ord">
          <ac:chgData name="David Galindo Salamanca" userId="64ea2888-5cca-496b-a560-4396cd260018" providerId="ADAL" clId="{1D12043C-1CF4-4F1B-AFBD-A5A6BBFFA26D}" dt="2026-01-05T13:22:10.682" v="786" actId="1076"/>
          <ac:picMkLst>
            <pc:docMk/>
            <pc:sldMk cId="3676433264" sldId="275"/>
            <ac:picMk id="5" creationId="{A9C9A8A2-DEC0-2864-256D-071F10FE7C30}"/>
          </ac:picMkLst>
        </pc:picChg>
      </pc:sldChg>
      <pc:sldChg chg="delSp modSp new mod">
        <pc:chgData name="David Galindo Salamanca" userId="64ea2888-5cca-496b-a560-4396cd260018" providerId="ADAL" clId="{1D12043C-1CF4-4F1B-AFBD-A5A6BBFFA26D}" dt="2026-01-05T13:23:15.237" v="823" actId="20577"/>
        <pc:sldMkLst>
          <pc:docMk/>
          <pc:sldMk cId="2184967415" sldId="276"/>
        </pc:sldMkLst>
        <pc:spChg chg="mod">
          <ac:chgData name="David Galindo Salamanca" userId="64ea2888-5cca-496b-a560-4396cd260018" providerId="ADAL" clId="{1D12043C-1CF4-4F1B-AFBD-A5A6BBFFA26D}" dt="2026-01-05T13:23:15.237" v="823" actId="20577"/>
          <ac:spMkLst>
            <pc:docMk/>
            <pc:sldMk cId="2184967415" sldId="276"/>
            <ac:spMk id="2" creationId="{FBB5C8BD-0490-71F3-6C93-8A577CCEAE02}"/>
          </ac:spMkLst>
        </pc:spChg>
        <pc:spChg chg="del mod">
          <ac:chgData name="David Galindo Salamanca" userId="64ea2888-5cca-496b-a560-4396cd260018" providerId="ADAL" clId="{1D12043C-1CF4-4F1B-AFBD-A5A6BBFFA26D}" dt="2026-01-05T13:23:03.668" v="807" actId="478"/>
          <ac:spMkLst>
            <pc:docMk/>
            <pc:sldMk cId="2184967415" sldId="276"/>
            <ac:spMk id="3" creationId="{D30324BA-9928-BC1F-73EA-4E3653A36B85}"/>
          </ac:spMkLst>
        </pc:spChg>
      </pc:sldChg>
      <pc:sldMasterChg chg="add del addSldLayout delSldLayout">
        <pc:chgData name="David Galindo Salamanca" userId="64ea2888-5cca-496b-a560-4396cd260018" providerId="ADAL" clId="{1D12043C-1CF4-4F1B-AFBD-A5A6BBFFA26D}" dt="2026-01-05T12:36:29.519" v="21" actId="26606"/>
        <pc:sldMasterMkLst>
          <pc:docMk/>
          <pc:sldMasterMk cId="2671885088" sldId="2147483648"/>
        </pc:sldMasterMkLst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1465090027" sldId="2147483649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1558587700" sldId="2147483650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1083716346" sldId="2147483651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421895848" sldId="2147483652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120342249" sldId="2147483653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878247158" sldId="2147483654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3008749387" sldId="2147483655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2967207137" sldId="2147483656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347618462" sldId="2147483657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3388192658" sldId="2147483658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519" v="21" actId="26606"/>
          <pc:sldLayoutMkLst>
            <pc:docMk/>
            <pc:sldMasterMk cId="2671885088" sldId="2147483648"/>
            <pc:sldLayoutMk cId="665425218" sldId="2147483659"/>
          </pc:sldLayoutMkLst>
        </pc:sldLayoutChg>
      </pc:sldMasterChg>
      <pc:sldMasterChg chg="add del replId addSldLayout delSldLayout">
        <pc:chgData name="David Galindo Salamanca" userId="64ea2888-5cca-496b-a560-4396cd260018" providerId="ADAL" clId="{1D12043C-1CF4-4F1B-AFBD-A5A6BBFFA26D}" dt="2026-01-05T12:36:52.399" v="63" actId="26606"/>
        <pc:sldMasterMkLst>
          <pc:docMk/>
          <pc:sldMasterMk cId="3472249453" sldId="2147483660"/>
        </pc:sldMasterMkLst>
        <pc:sldLayoutChg chg="add del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1288003012" sldId="2147483661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1980369386" sldId="2147483662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676757890" sldId="2147483663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3093888667" sldId="2147483664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120084455" sldId="2147483665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2665449659" sldId="2147483666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2702723578" sldId="2147483667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2662913425" sldId="2147483668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343263018" sldId="2147483669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178317436" sldId="2147483670"/>
          </pc:sldLayoutMkLst>
        </pc:sldLayoutChg>
        <pc:sldLayoutChg chg="add del replI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3472249453" sldId="2147483660"/>
            <pc:sldLayoutMk cId="1004143101" sldId="2147483671"/>
          </pc:sldLayoutMkLst>
        </pc:sldLayoutChg>
      </pc:sldMasterChg>
      <pc:sldMasterChg chg="add del addSldLayout delSldLayout">
        <pc:chgData name="David Galindo Salamanca" userId="64ea2888-5cca-496b-a560-4396cd260018" providerId="ADAL" clId="{1D12043C-1CF4-4F1B-AFBD-A5A6BBFFA26D}" dt="2026-01-05T12:36:29.467" v="20" actId="26606"/>
        <pc:sldMasterMkLst>
          <pc:docMk/>
          <pc:sldMasterMk cId="3426096272" sldId="2147483673"/>
        </pc:sldMasterMkLst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481806527" sldId="2147483662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3734296081" sldId="2147483663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1225387904" sldId="2147483664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1721336918" sldId="2147483665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3821505471" sldId="2147483666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2422631732" sldId="2147483667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1372829055" sldId="2147483668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1586682052" sldId="2147483669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1200821001" sldId="2147483670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1319772478" sldId="2147483671"/>
          </pc:sldLayoutMkLst>
        </pc:sldLayoutChg>
        <pc:sldLayoutChg chg="add del">
          <pc:chgData name="David Galindo Salamanca" userId="64ea2888-5cca-496b-a560-4396cd260018" providerId="ADAL" clId="{1D12043C-1CF4-4F1B-AFBD-A5A6BBFFA26D}" dt="2026-01-05T12:36:29.467" v="20" actId="26606"/>
          <pc:sldLayoutMkLst>
            <pc:docMk/>
            <pc:sldMasterMk cId="3426096272" sldId="2147483673"/>
            <pc:sldLayoutMk cId="2621214271" sldId="2147483672"/>
          </pc:sldLayoutMkLst>
        </pc:sldLayoutChg>
      </pc:sldMasterChg>
      <pc:sldMasterChg chg="add addSldLayout">
        <pc:chgData name="David Galindo Salamanca" userId="64ea2888-5cca-496b-a560-4396cd260018" providerId="ADAL" clId="{1D12043C-1CF4-4F1B-AFBD-A5A6BBFFA26D}" dt="2026-01-05T12:36:52.399" v="63" actId="26606"/>
        <pc:sldMasterMkLst>
          <pc:docMk/>
          <pc:sldMasterMk cId="714431294" sldId="2147483695"/>
        </pc:sldMasterMkLst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2348293124" sldId="2147483684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2960216814" sldId="2147483685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2163373659" sldId="2147483686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495604089" sldId="2147483687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533710540" sldId="2147483688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2285317271" sldId="2147483689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1655407657" sldId="2147483690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3090092510" sldId="2147483691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4140892467" sldId="2147483692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515184335" sldId="2147483693"/>
          </pc:sldLayoutMkLst>
        </pc:sldLayoutChg>
        <pc:sldLayoutChg chg="add">
          <pc:chgData name="David Galindo Salamanca" userId="64ea2888-5cca-496b-a560-4396cd260018" providerId="ADAL" clId="{1D12043C-1CF4-4F1B-AFBD-A5A6BBFFA26D}" dt="2026-01-05T12:36:52.399" v="63" actId="26606"/>
          <pc:sldLayoutMkLst>
            <pc:docMk/>
            <pc:sldMasterMk cId="714431294" sldId="2147483695"/>
            <pc:sldLayoutMk cId="3316621649" sldId="2147483694"/>
          </pc:sldLayoutMkLst>
        </pc:sldLayoutChg>
      </pc:sldMasterChg>
    </pc:docChg>
  </pc:docChgLst>
  <pc:docChgLst>
    <pc:chgData name="Ahmet Karabulut" userId="S::pr08glt@eduvaud.ch::53421e81-4bcb-495e-a2ef-ab782b46c1f1" providerId="AD" clId="Web-{A32DB7A6-F4D4-D439-0DB5-A4ED3FF81F60}"/>
    <pc:docChg chg="addSld modSld">
      <pc:chgData name="Ahmet Karabulut" userId="S::pr08glt@eduvaud.ch::53421e81-4bcb-495e-a2ef-ab782b46c1f1" providerId="AD" clId="Web-{A32DB7A6-F4D4-D439-0DB5-A4ED3FF81F60}" dt="2026-01-05T13:15:30.570" v="238" actId="1076"/>
      <pc:docMkLst>
        <pc:docMk/>
      </pc:docMkLst>
      <pc:sldChg chg="addSp delSp modSp new">
        <pc:chgData name="Ahmet Karabulut" userId="S::pr08glt@eduvaud.ch::53421e81-4bcb-495e-a2ef-ab782b46c1f1" providerId="AD" clId="Web-{A32DB7A6-F4D4-D439-0DB5-A4ED3FF81F60}" dt="2026-01-05T13:03:20.362" v="176" actId="20577"/>
        <pc:sldMkLst>
          <pc:docMk/>
          <pc:sldMk cId="456446242" sldId="257"/>
        </pc:sldMkLst>
        <pc:spChg chg="del">
          <ac:chgData name="Ahmet Karabulut" userId="S::pr08glt@eduvaud.ch::53421e81-4bcb-495e-a2ef-ab782b46c1f1" providerId="AD" clId="Web-{A32DB7A6-F4D4-D439-0DB5-A4ED3FF81F60}" dt="2026-01-05T12:40:03.505" v="4"/>
          <ac:spMkLst>
            <pc:docMk/>
            <pc:sldMk cId="456446242" sldId="257"/>
            <ac:spMk id="2" creationId="{15DB7C25-CD1A-0A52-E51F-DBB034A2AA4D}"/>
          </ac:spMkLst>
        </pc:spChg>
        <pc:spChg chg="del">
          <ac:chgData name="Ahmet Karabulut" userId="S::pr08glt@eduvaud.ch::53421e81-4bcb-495e-a2ef-ab782b46c1f1" providerId="AD" clId="Web-{A32DB7A6-F4D4-D439-0DB5-A4ED3FF81F60}" dt="2026-01-05T12:39:47.285" v="1"/>
          <ac:spMkLst>
            <pc:docMk/>
            <pc:sldMk cId="456446242" sldId="257"/>
            <ac:spMk id="3" creationId="{EBD02F69-578C-2094-4DB3-CC7064505AC3}"/>
          </ac:spMkLst>
        </pc:spChg>
        <pc:spChg chg="add del">
          <ac:chgData name="Ahmet Karabulut" userId="S::pr08glt@eduvaud.ch::53421e81-4bcb-495e-a2ef-ab782b46c1f1" providerId="AD" clId="Web-{A32DB7A6-F4D4-D439-0DB5-A4ED3FF81F60}" dt="2026-01-05T13:01:52.545" v="149"/>
          <ac:spMkLst>
            <pc:docMk/>
            <pc:sldMk cId="456446242" sldId="257"/>
            <ac:spMk id="5" creationId="{7C90077B-57C6-223F-067F-795572738BF1}"/>
          </ac:spMkLst>
        </pc:spChg>
        <pc:spChg chg="add del">
          <ac:chgData name="Ahmet Karabulut" userId="S::pr08glt@eduvaud.ch::53421e81-4bcb-495e-a2ef-ab782b46c1f1" providerId="AD" clId="Web-{A32DB7A6-F4D4-D439-0DB5-A4ED3FF81F60}" dt="2026-01-05T13:02:03.577" v="151"/>
          <ac:spMkLst>
            <pc:docMk/>
            <pc:sldMk cId="456446242" sldId="257"/>
            <ac:spMk id="6" creationId="{21A3EB9F-0257-73A2-70F3-A3DAA2CEA3BC}"/>
          </ac:spMkLst>
        </pc:spChg>
        <pc:spChg chg="add mod">
          <ac:chgData name="Ahmet Karabulut" userId="S::pr08glt@eduvaud.ch::53421e81-4bcb-495e-a2ef-ab782b46c1f1" providerId="AD" clId="Web-{A32DB7A6-F4D4-D439-0DB5-A4ED3FF81F60}" dt="2026-01-05T13:03:20.362" v="176" actId="20577"/>
          <ac:spMkLst>
            <pc:docMk/>
            <pc:sldMk cId="456446242" sldId="257"/>
            <ac:spMk id="7" creationId="{D4324AA6-C9DB-3A28-3C00-94AB710DB34E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3:02:18.156" v="152" actId="1076"/>
          <ac:picMkLst>
            <pc:docMk/>
            <pc:sldMk cId="456446242" sldId="257"/>
            <ac:picMk id="4" creationId="{069AE985-9D49-B974-B305-B6B3C412B8F6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3:07:00.128" v="200" actId="14100"/>
        <pc:sldMkLst>
          <pc:docMk/>
          <pc:sldMk cId="3129886204" sldId="259"/>
        </pc:sldMkLst>
        <pc:spChg chg="del">
          <ac:chgData name="Ahmet Karabulut" userId="S::pr08glt@eduvaud.ch::53421e81-4bcb-495e-a2ef-ab782b46c1f1" providerId="AD" clId="Web-{A32DB7A6-F4D4-D439-0DB5-A4ED3FF81F60}" dt="2026-01-05T12:41:33.603" v="6"/>
          <ac:spMkLst>
            <pc:docMk/>
            <pc:sldMk cId="3129886204" sldId="259"/>
            <ac:spMk id="3" creationId="{A67173F2-428E-BC49-73A0-D0E0DD549612}"/>
          </ac:spMkLst>
        </pc:spChg>
        <pc:spChg chg="add del mod">
          <ac:chgData name="Ahmet Karabulut" userId="S::pr08glt@eduvaud.ch::53421e81-4bcb-495e-a2ef-ab782b46c1f1" providerId="AD" clId="Web-{A32DB7A6-F4D4-D439-0DB5-A4ED3FF81F60}" dt="2026-01-05T13:05:44.618" v="178"/>
          <ac:spMkLst>
            <pc:docMk/>
            <pc:sldMk cId="3129886204" sldId="259"/>
            <ac:spMk id="5" creationId="{C7D07A33-89CA-0B5F-89A1-607BECEED911}"/>
          </ac:spMkLst>
        </pc:spChg>
        <pc:picChg chg="add del mod ord">
          <ac:chgData name="Ahmet Karabulut" userId="S::pr08glt@eduvaud.ch::53421e81-4bcb-495e-a2ef-ab782b46c1f1" providerId="AD" clId="Web-{A32DB7A6-F4D4-D439-0DB5-A4ED3FF81F60}" dt="2026-01-05T13:05:20.959" v="177"/>
          <ac:picMkLst>
            <pc:docMk/>
            <pc:sldMk cId="3129886204" sldId="259"/>
            <ac:picMk id="4" creationId="{08327D29-4CED-56D4-0050-D965B2A9FC01}"/>
          </ac:picMkLst>
        </pc:picChg>
        <pc:picChg chg="add mod ord">
          <ac:chgData name="Ahmet Karabulut" userId="S::pr08glt@eduvaud.ch::53421e81-4bcb-495e-a2ef-ab782b46c1f1" providerId="AD" clId="Web-{A32DB7A6-F4D4-D439-0DB5-A4ED3FF81F60}" dt="2026-01-05T13:07:00.128" v="200" actId="14100"/>
          <ac:picMkLst>
            <pc:docMk/>
            <pc:sldMk cId="3129886204" sldId="259"/>
            <ac:picMk id="6" creationId="{57824734-0927-F0D7-0ACC-8E8E6010C3C0}"/>
          </ac:picMkLst>
        </pc:picChg>
        <pc:picChg chg="add mod">
          <ac:chgData name="Ahmet Karabulut" userId="S::pr08glt@eduvaud.ch::53421e81-4bcb-495e-a2ef-ab782b46c1f1" providerId="AD" clId="Web-{A32DB7A6-F4D4-D439-0DB5-A4ED3FF81F60}" dt="2026-01-05T13:06:44.236" v="198" actId="14100"/>
          <ac:picMkLst>
            <pc:docMk/>
            <pc:sldMk cId="3129886204" sldId="259"/>
            <ac:picMk id="7" creationId="{61CE26A0-6CC6-EFDA-31BF-99351BB5FFFF}"/>
          </ac:picMkLst>
        </pc:picChg>
        <pc:picChg chg="add mod">
          <ac:chgData name="Ahmet Karabulut" userId="S::pr08glt@eduvaud.ch::53421e81-4bcb-495e-a2ef-ab782b46c1f1" providerId="AD" clId="Web-{A32DB7A6-F4D4-D439-0DB5-A4ED3FF81F60}" dt="2026-01-05T13:06:26.687" v="194" actId="1076"/>
          <ac:picMkLst>
            <pc:docMk/>
            <pc:sldMk cId="3129886204" sldId="259"/>
            <ac:picMk id="8" creationId="{9528101A-8D3E-A80E-74A9-A450B9107039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42:34.357" v="17" actId="1076"/>
        <pc:sldMkLst>
          <pc:docMk/>
          <pc:sldMk cId="3452512684" sldId="260"/>
        </pc:sldMkLst>
        <pc:spChg chg="mod">
          <ac:chgData name="Ahmet Karabulut" userId="S::pr08glt@eduvaud.ch::53421e81-4bcb-495e-a2ef-ab782b46c1f1" providerId="AD" clId="Web-{A32DB7A6-F4D4-D439-0DB5-A4ED3FF81F60}" dt="2026-01-05T12:42:19.590" v="15" actId="20577"/>
          <ac:spMkLst>
            <pc:docMk/>
            <pc:sldMk cId="3452512684" sldId="260"/>
            <ac:spMk id="2" creationId="{54444B3D-204E-2727-939F-24C6AB254E3A}"/>
          </ac:spMkLst>
        </pc:spChg>
        <pc:spChg chg="del">
          <ac:chgData name="Ahmet Karabulut" userId="S::pr08glt@eduvaud.ch::53421e81-4bcb-495e-a2ef-ab782b46c1f1" providerId="AD" clId="Web-{A32DB7A6-F4D4-D439-0DB5-A4ED3FF81F60}" dt="2026-01-05T12:42:10.948" v="8"/>
          <ac:spMkLst>
            <pc:docMk/>
            <pc:sldMk cId="3452512684" sldId="260"/>
            <ac:spMk id="3" creationId="{8FBF1F9C-964A-1CA0-E637-BDCE69B92366}"/>
          </ac:spMkLst>
        </pc:spChg>
        <pc:picChg chg="add mod">
          <ac:chgData name="Ahmet Karabulut" userId="S::pr08glt@eduvaud.ch::53421e81-4bcb-495e-a2ef-ab782b46c1f1" providerId="AD" clId="Web-{A32DB7A6-F4D4-D439-0DB5-A4ED3FF81F60}" dt="2026-01-05T12:42:34.357" v="17" actId="1076"/>
          <ac:picMkLst>
            <pc:docMk/>
            <pc:sldMk cId="3452512684" sldId="260"/>
            <ac:picMk id="4" creationId="{B61EC6AB-F41B-DA9F-EE8F-7B6D1C8CAD78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43:18.062" v="28" actId="1076"/>
        <pc:sldMkLst>
          <pc:docMk/>
          <pc:sldMk cId="2955414452" sldId="261"/>
        </pc:sldMkLst>
        <pc:spChg chg="mod">
          <ac:chgData name="Ahmet Karabulut" userId="S::pr08glt@eduvaud.ch::53421e81-4bcb-495e-a2ef-ab782b46c1f1" providerId="AD" clId="Web-{A32DB7A6-F4D4-D439-0DB5-A4ED3FF81F60}" dt="2026-01-05T12:42:47.201" v="26" actId="20577"/>
          <ac:spMkLst>
            <pc:docMk/>
            <pc:sldMk cId="2955414452" sldId="261"/>
            <ac:spMk id="2" creationId="{023AB372-CF09-BBC1-2458-02AA00BB5655}"/>
          </ac:spMkLst>
        </pc:spChg>
        <pc:spChg chg="del">
          <ac:chgData name="Ahmet Karabulut" userId="S::pr08glt@eduvaud.ch::53421e81-4bcb-495e-a2ef-ab782b46c1f1" providerId="AD" clId="Web-{A32DB7A6-F4D4-D439-0DB5-A4ED3FF81F60}" dt="2026-01-05T12:43:15.750" v="27"/>
          <ac:spMkLst>
            <pc:docMk/>
            <pc:sldMk cId="2955414452" sldId="261"/>
            <ac:spMk id="3" creationId="{9E842184-9964-484C-3062-0AA24E9957CE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2:43:18.062" v="28" actId="1076"/>
          <ac:picMkLst>
            <pc:docMk/>
            <pc:sldMk cId="2955414452" sldId="261"/>
            <ac:picMk id="4" creationId="{4C44289E-EDCE-875D-A5C7-6DD4487E474C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44:37.315" v="47"/>
        <pc:sldMkLst>
          <pc:docMk/>
          <pc:sldMk cId="529970394" sldId="262"/>
        </pc:sldMkLst>
        <pc:spChg chg="mod">
          <ac:chgData name="Ahmet Karabulut" userId="S::pr08glt@eduvaud.ch::53421e81-4bcb-495e-a2ef-ab782b46c1f1" providerId="AD" clId="Web-{A32DB7A6-F4D4-D439-0DB5-A4ED3FF81F60}" dt="2026-01-05T12:43:43.110" v="46" actId="20577"/>
          <ac:spMkLst>
            <pc:docMk/>
            <pc:sldMk cId="529970394" sldId="262"/>
            <ac:spMk id="2" creationId="{DA6A5B4D-81AF-3065-7C35-881BE49D3F3C}"/>
          </ac:spMkLst>
        </pc:spChg>
        <pc:spChg chg="del">
          <ac:chgData name="Ahmet Karabulut" userId="S::pr08glt@eduvaud.ch::53421e81-4bcb-495e-a2ef-ab782b46c1f1" providerId="AD" clId="Web-{A32DB7A6-F4D4-D439-0DB5-A4ED3FF81F60}" dt="2026-01-05T12:44:37.315" v="47"/>
          <ac:spMkLst>
            <pc:docMk/>
            <pc:sldMk cId="529970394" sldId="262"/>
            <ac:spMk id="3" creationId="{7A7C25EE-03D9-6DCC-0612-AF4B72C11A92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2:44:37.315" v="47"/>
          <ac:picMkLst>
            <pc:docMk/>
            <pc:sldMk cId="529970394" sldId="262"/>
            <ac:picMk id="4" creationId="{73948F18-C1E3-9FF1-56A2-F0FBDD3CBC13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45:30.427" v="64"/>
        <pc:sldMkLst>
          <pc:docMk/>
          <pc:sldMk cId="852523488" sldId="263"/>
        </pc:sldMkLst>
        <pc:spChg chg="mod">
          <ac:chgData name="Ahmet Karabulut" userId="S::pr08glt@eduvaud.ch::53421e81-4bcb-495e-a2ef-ab782b46c1f1" providerId="AD" clId="Web-{A32DB7A6-F4D4-D439-0DB5-A4ED3FF81F60}" dt="2026-01-05T12:45:05.848" v="63" actId="20577"/>
          <ac:spMkLst>
            <pc:docMk/>
            <pc:sldMk cId="852523488" sldId="263"/>
            <ac:spMk id="2" creationId="{E2776B1D-8C88-165F-30CF-080DC1B33535}"/>
          </ac:spMkLst>
        </pc:spChg>
        <pc:spChg chg="del">
          <ac:chgData name="Ahmet Karabulut" userId="S::pr08glt@eduvaud.ch::53421e81-4bcb-495e-a2ef-ab782b46c1f1" providerId="AD" clId="Web-{A32DB7A6-F4D4-D439-0DB5-A4ED3FF81F60}" dt="2026-01-05T12:45:30.427" v="64"/>
          <ac:spMkLst>
            <pc:docMk/>
            <pc:sldMk cId="852523488" sldId="263"/>
            <ac:spMk id="3" creationId="{4ACD3434-116C-BEB9-8FEF-1ED8C5460E8F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2:45:30.427" v="64"/>
          <ac:picMkLst>
            <pc:docMk/>
            <pc:sldMk cId="852523488" sldId="263"/>
            <ac:picMk id="4" creationId="{A94A08F1-DE29-7B90-6685-C8C8882B34A4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50:45.912" v="82" actId="1076"/>
        <pc:sldMkLst>
          <pc:docMk/>
          <pc:sldMk cId="19871211" sldId="264"/>
        </pc:sldMkLst>
        <pc:spChg chg="mod">
          <ac:chgData name="Ahmet Karabulut" userId="S::pr08glt@eduvaud.ch::53421e81-4bcb-495e-a2ef-ab782b46c1f1" providerId="AD" clId="Web-{A32DB7A6-F4D4-D439-0DB5-A4ED3FF81F60}" dt="2026-01-05T12:48:02.927" v="79" actId="20577"/>
          <ac:spMkLst>
            <pc:docMk/>
            <pc:sldMk cId="19871211" sldId="264"/>
            <ac:spMk id="2" creationId="{FE3B6513-8F56-E053-A1B7-1DB77CA97EF8}"/>
          </ac:spMkLst>
        </pc:spChg>
        <pc:spChg chg="del">
          <ac:chgData name="Ahmet Karabulut" userId="S::pr08glt@eduvaud.ch::53421e81-4bcb-495e-a2ef-ab782b46c1f1" providerId="AD" clId="Web-{A32DB7A6-F4D4-D439-0DB5-A4ED3FF81F60}" dt="2026-01-05T12:50:38.193" v="80"/>
          <ac:spMkLst>
            <pc:docMk/>
            <pc:sldMk cId="19871211" sldId="264"/>
            <ac:spMk id="3" creationId="{A28FC0F5-26B8-7120-1B63-91DBF73FF47B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2:50:45.912" v="82" actId="1076"/>
          <ac:picMkLst>
            <pc:docMk/>
            <pc:sldMk cId="19871211" sldId="264"/>
            <ac:picMk id="4" creationId="{48C209CB-811C-E5AF-3C2F-DDFB1BD12A4C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52:14.053" v="100"/>
        <pc:sldMkLst>
          <pc:docMk/>
          <pc:sldMk cId="1707878773" sldId="265"/>
        </pc:sldMkLst>
        <pc:spChg chg="mod">
          <ac:chgData name="Ahmet Karabulut" userId="S::pr08glt@eduvaud.ch::53421e81-4bcb-495e-a2ef-ab782b46c1f1" providerId="AD" clId="Web-{A32DB7A6-F4D4-D439-0DB5-A4ED3FF81F60}" dt="2026-01-05T12:52:02.053" v="99" actId="20577"/>
          <ac:spMkLst>
            <pc:docMk/>
            <pc:sldMk cId="1707878773" sldId="265"/>
            <ac:spMk id="2" creationId="{17701BC9-7380-4178-1015-427B5D13130E}"/>
          </ac:spMkLst>
        </pc:spChg>
        <pc:spChg chg="del">
          <ac:chgData name="Ahmet Karabulut" userId="S::pr08glt@eduvaud.ch::53421e81-4bcb-495e-a2ef-ab782b46c1f1" providerId="AD" clId="Web-{A32DB7A6-F4D4-D439-0DB5-A4ED3FF81F60}" dt="2026-01-05T12:52:14.053" v="100"/>
          <ac:spMkLst>
            <pc:docMk/>
            <pc:sldMk cId="1707878773" sldId="265"/>
            <ac:spMk id="3" creationId="{C7288CB0-430F-4C1F-8C47-05D46ED79082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2:52:14.053" v="100"/>
          <ac:picMkLst>
            <pc:docMk/>
            <pc:sldMk cId="1707878773" sldId="265"/>
            <ac:picMk id="4" creationId="{3BAB16C3-AEFB-926C-4681-9A9C8C6B5666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2:58:32.166" v="114" actId="1076"/>
        <pc:sldMkLst>
          <pc:docMk/>
          <pc:sldMk cId="3607328830" sldId="266"/>
        </pc:sldMkLst>
        <pc:spChg chg="mod">
          <ac:chgData name="Ahmet Karabulut" userId="S::pr08glt@eduvaud.ch::53421e81-4bcb-495e-a2ef-ab782b46c1f1" providerId="AD" clId="Web-{A32DB7A6-F4D4-D439-0DB5-A4ED3FF81F60}" dt="2026-01-05T12:58:00.603" v="111" actId="20577"/>
          <ac:spMkLst>
            <pc:docMk/>
            <pc:sldMk cId="3607328830" sldId="266"/>
            <ac:spMk id="2" creationId="{20B21C89-D6C8-FC49-3A5B-1F329F9132F9}"/>
          </ac:spMkLst>
        </pc:spChg>
        <pc:spChg chg="del">
          <ac:chgData name="Ahmet Karabulut" userId="S::pr08glt@eduvaud.ch::53421e81-4bcb-495e-a2ef-ab782b46c1f1" providerId="AD" clId="Web-{A32DB7A6-F4D4-D439-0DB5-A4ED3FF81F60}" dt="2026-01-05T12:58:14.510" v="112"/>
          <ac:spMkLst>
            <pc:docMk/>
            <pc:sldMk cId="3607328830" sldId="266"/>
            <ac:spMk id="3" creationId="{A73627AC-168E-92D4-E9DA-D2CA7EDD09FF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2:58:32.166" v="114" actId="1076"/>
          <ac:picMkLst>
            <pc:docMk/>
            <pc:sldMk cId="3607328830" sldId="266"/>
            <ac:picMk id="4" creationId="{306388FB-D662-1DFA-6286-9382AE8EA0FE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3:00:22.136" v="147"/>
        <pc:sldMkLst>
          <pc:docMk/>
          <pc:sldMk cId="2992436665" sldId="267"/>
        </pc:sldMkLst>
        <pc:spChg chg="mod">
          <ac:chgData name="Ahmet Karabulut" userId="S::pr08glt@eduvaud.ch::53421e81-4bcb-495e-a2ef-ab782b46c1f1" providerId="AD" clId="Web-{A32DB7A6-F4D4-D439-0DB5-A4ED3FF81F60}" dt="2026-01-05T13:00:09.370" v="146" actId="20577"/>
          <ac:spMkLst>
            <pc:docMk/>
            <pc:sldMk cId="2992436665" sldId="267"/>
            <ac:spMk id="2" creationId="{ACA13AEB-A655-A8ED-537A-B76D65A8314A}"/>
          </ac:spMkLst>
        </pc:spChg>
        <pc:spChg chg="del">
          <ac:chgData name="Ahmet Karabulut" userId="S::pr08glt@eduvaud.ch::53421e81-4bcb-495e-a2ef-ab782b46c1f1" providerId="AD" clId="Web-{A32DB7A6-F4D4-D439-0DB5-A4ED3FF81F60}" dt="2026-01-05T13:00:22.136" v="147"/>
          <ac:spMkLst>
            <pc:docMk/>
            <pc:sldMk cId="2992436665" sldId="267"/>
            <ac:spMk id="3" creationId="{A1A322E1-EA37-27E3-5D13-9F9A9EF813A1}"/>
          </ac:spMkLst>
        </pc:spChg>
        <pc:picChg chg="add mod ord">
          <ac:chgData name="Ahmet Karabulut" userId="S::pr08glt@eduvaud.ch::53421e81-4bcb-495e-a2ef-ab782b46c1f1" providerId="AD" clId="Web-{A32DB7A6-F4D4-D439-0DB5-A4ED3FF81F60}" dt="2026-01-05T13:00:22.136" v="147"/>
          <ac:picMkLst>
            <pc:docMk/>
            <pc:sldMk cId="2992436665" sldId="267"/>
            <ac:picMk id="4" creationId="{D847F3D0-1CBE-17AC-ED69-7A62C20248BF}"/>
          </ac:picMkLst>
        </pc:picChg>
      </pc:sldChg>
      <pc:sldChg chg="addSp delSp modSp new">
        <pc:chgData name="Ahmet Karabulut" userId="S::pr08glt@eduvaud.ch::53421e81-4bcb-495e-a2ef-ab782b46c1f1" providerId="AD" clId="Web-{A32DB7A6-F4D4-D439-0DB5-A4ED3FF81F60}" dt="2026-01-05T13:15:30.570" v="238" actId="1076"/>
        <pc:sldMkLst>
          <pc:docMk/>
          <pc:sldMk cId="750240366" sldId="271"/>
        </pc:sldMkLst>
        <pc:spChg chg="mod">
          <ac:chgData name="Ahmet Karabulut" userId="S::pr08glt@eduvaud.ch::53421e81-4bcb-495e-a2ef-ab782b46c1f1" providerId="AD" clId="Web-{A32DB7A6-F4D4-D439-0DB5-A4ED3FF81F60}" dt="2026-01-05T13:13:10.626" v="227" actId="20577"/>
          <ac:spMkLst>
            <pc:docMk/>
            <pc:sldMk cId="750240366" sldId="271"/>
            <ac:spMk id="2" creationId="{49294FCB-9BD0-4284-71F6-AB49F011E33A}"/>
          </ac:spMkLst>
        </pc:spChg>
        <pc:spChg chg="del">
          <ac:chgData name="Ahmet Karabulut" userId="S::pr08glt@eduvaud.ch::53421e81-4bcb-495e-a2ef-ab782b46c1f1" providerId="AD" clId="Web-{A32DB7A6-F4D4-D439-0DB5-A4ED3FF81F60}" dt="2026-01-05T13:13:26.095" v="228"/>
          <ac:spMkLst>
            <pc:docMk/>
            <pc:sldMk cId="750240366" sldId="271"/>
            <ac:spMk id="3" creationId="{6594CEEB-E881-D5D8-B0D5-847B68A0FE48}"/>
          </ac:spMkLst>
        </pc:spChg>
        <pc:spChg chg="add del mod">
          <ac:chgData name="Ahmet Karabulut" userId="S::pr08glt@eduvaud.ch::53421e81-4bcb-495e-a2ef-ab782b46c1f1" providerId="AD" clId="Web-{A32DB7A6-F4D4-D439-0DB5-A4ED3FF81F60}" dt="2026-01-05T13:14:56.552" v="231"/>
          <ac:spMkLst>
            <pc:docMk/>
            <pc:sldMk cId="750240366" sldId="271"/>
            <ac:spMk id="6" creationId="{10604CC3-7C54-611C-6F0B-AF4D69976991}"/>
          </ac:spMkLst>
        </pc:spChg>
        <pc:picChg chg="add del mod ord">
          <ac:chgData name="Ahmet Karabulut" userId="S::pr08glt@eduvaud.ch::53421e81-4bcb-495e-a2ef-ab782b46c1f1" providerId="AD" clId="Web-{A32DB7A6-F4D4-D439-0DB5-A4ED3FF81F60}" dt="2026-01-05T13:13:34.798" v="230"/>
          <ac:picMkLst>
            <pc:docMk/>
            <pc:sldMk cId="750240366" sldId="271"/>
            <ac:picMk id="4" creationId="{2DC0D49F-753B-24DF-F53E-810F57E3507D}"/>
          </ac:picMkLst>
        </pc:picChg>
        <pc:picChg chg="add mod ord">
          <ac:chgData name="Ahmet Karabulut" userId="S::pr08glt@eduvaud.ch::53421e81-4bcb-495e-a2ef-ab782b46c1f1" providerId="AD" clId="Web-{A32DB7A6-F4D4-D439-0DB5-A4ED3FF81F60}" dt="2026-01-05T13:15:30.570" v="238" actId="1076"/>
          <ac:picMkLst>
            <pc:docMk/>
            <pc:sldMk cId="750240366" sldId="271"/>
            <ac:picMk id="7" creationId="{2BC6693B-3E5F-245A-92D5-C38E53D87F69}"/>
          </ac:picMkLst>
        </pc:picChg>
        <pc:picChg chg="add mod">
          <ac:chgData name="Ahmet Karabulut" userId="S::pr08glt@eduvaud.ch::53421e81-4bcb-495e-a2ef-ab782b46c1f1" providerId="AD" clId="Web-{A32DB7A6-F4D4-D439-0DB5-A4ED3FF81F60}" dt="2026-01-05T13:15:21.913" v="235" actId="14100"/>
          <ac:picMkLst>
            <pc:docMk/>
            <pc:sldMk cId="750240366" sldId="271"/>
            <ac:picMk id="8" creationId="{D71D1451-F5F3-C2E8-0B4C-4FB7CC25032A}"/>
          </ac:picMkLst>
        </pc:picChg>
      </pc:sldChg>
    </pc:docChg>
  </pc:docChgLst>
  <pc:docChgLst>
    <pc:chgData name="Jaruphong Plancherel" userId="S::pv82wpf@eduvaud.ch::e632a0f2-bcc7-47a2-ab06-296aabb38d9d" providerId="AD" clId="Web-{C2172ECE-E5D5-4927-B69A-5F243C93DCA0}"/>
    <pc:docChg chg="modSld">
      <pc:chgData name="Jaruphong Plancherel" userId="S::pv82wpf@eduvaud.ch::e632a0f2-bcc7-47a2-ab06-296aabb38d9d" providerId="AD" clId="Web-{C2172ECE-E5D5-4927-B69A-5F243C93DCA0}" dt="2026-01-05T12:46:53.973" v="9" actId="20577"/>
      <pc:docMkLst>
        <pc:docMk/>
      </pc:docMkLst>
      <pc:sldChg chg="modSp">
        <pc:chgData name="Jaruphong Plancherel" userId="S::pv82wpf@eduvaud.ch::e632a0f2-bcc7-47a2-ab06-296aabb38d9d" providerId="AD" clId="Web-{C2172ECE-E5D5-4927-B69A-5F243C93DCA0}" dt="2026-01-05T12:46:53.973" v="9" actId="20577"/>
        <pc:sldMkLst>
          <pc:docMk/>
          <pc:sldMk cId="3129886204" sldId="259"/>
        </pc:sldMkLst>
        <pc:spChg chg="mod">
          <ac:chgData name="Jaruphong Plancherel" userId="S::pv82wpf@eduvaud.ch::e632a0f2-bcc7-47a2-ab06-296aabb38d9d" providerId="AD" clId="Web-{C2172ECE-E5D5-4927-B69A-5F243C93DCA0}" dt="2026-01-05T12:46:53.973" v="9" actId="20577"/>
          <ac:spMkLst>
            <pc:docMk/>
            <pc:sldMk cId="3129886204" sldId="259"/>
            <ac:spMk id="2" creationId="{CF8C45C8-CF7D-237B-E3E1-FF0AAF3784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7F1F8-0311-4833-AADF-45F1A141018E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3B99E-3693-4D50-9088-224876FBE1BF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675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3B99E-3693-4D50-9088-224876FBE1BF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4395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8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7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9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2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5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5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2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4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2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95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214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23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274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77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97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02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511F85B-5967-428B-BE8B-819A79813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2DCDC1CA-79E7-67BB-7F1C-A3E173B8E03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5" name="Snip Diagonal Corner Rectangle 6">
            <a:extLst>
              <a:ext uri="{FF2B5EF4-FFF2-40B4-BE49-F238E27FC236}">
                <a16:creationId xmlns:a16="http://schemas.microsoft.com/office/drawing/2014/main" id="{28DA8D05-CF65-4382-8BF4-2A08754DB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1075" cy="6857998"/>
          </a:xfrm>
          <a:prstGeom prst="snip2DiagRect">
            <a:avLst>
              <a:gd name="adj1" fmla="val 0"/>
              <a:gd name="adj2" fmla="val 42414"/>
            </a:avLst>
          </a:prstGeom>
          <a:gradFill>
            <a:gsLst>
              <a:gs pos="2000">
                <a:schemeClr val="dk2">
                  <a:tint val="97000"/>
                  <a:hueMod val="92000"/>
                  <a:satMod val="169000"/>
                  <a:lumMod val="164000"/>
                  <a:alpha val="79000"/>
                </a:schemeClr>
              </a:gs>
              <a:gs pos="100000">
                <a:schemeClr val="dk2">
                  <a:shade val="96000"/>
                  <a:satMod val="120000"/>
                  <a:lumMod val="90000"/>
                  <a:alpha val="88000"/>
                </a:schemeClr>
              </a:gs>
            </a:gsLst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9CD190-6451-8206-EC81-5023C1764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274" y="2509284"/>
            <a:ext cx="6767736" cy="2486049"/>
          </a:xfrm>
        </p:spPr>
        <p:txBody>
          <a:bodyPr>
            <a:normAutofit/>
          </a:bodyPr>
          <a:lstStyle/>
          <a:p>
            <a:r>
              <a:rPr lang="fr-CH"/>
              <a:t>Projet FrontEnd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F9389A-D297-CB34-7A5A-5BA0044F2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249" y="5071532"/>
            <a:ext cx="5133408" cy="914401"/>
          </a:xfrm>
        </p:spPr>
        <p:txBody>
          <a:bodyPr>
            <a:normAutofit/>
          </a:bodyPr>
          <a:lstStyle/>
          <a:p>
            <a:r>
              <a:rPr lang="fr-CH">
                <a:solidFill>
                  <a:schemeClr val="tx1"/>
                </a:solidFill>
              </a:rPr>
              <a:t>Ahmet, Pang et David SI-CA2a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0C6252F-9468-4CFE-8A28-0DFE703FB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1344" y="9144"/>
            <a:ext cx="6080656" cy="6163733"/>
            <a:chOff x="6108170" y="8467"/>
            <a:chExt cx="6080656" cy="6163733"/>
          </a:xfrm>
        </p:grpSpPr>
        <p:cxnSp>
          <p:nvCxnSpPr>
            <p:cNvPr id="20" name="Straight Connector 27">
              <a:extLst>
                <a:ext uri="{FF2B5EF4-FFF2-40B4-BE49-F238E27FC236}">
                  <a16:creationId xmlns:a16="http://schemas.microsoft.com/office/drawing/2014/main" id="{F873F8F7-6FEE-4BB3-94A3-78B5C2FF1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F5B2264-1E71-4A5B-ABFC-2832FD78E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6E0A76D-9460-46B8-BD58-9E9BF9CEB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7E3790F-67C5-42CD-B933-75C6F3250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EF3C2C4-F6BB-4D14-8577-3649162D0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056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AC2A8-6341-8F1B-9FC6-E3327C39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0033"/>
          </a:xfrm>
        </p:spPr>
        <p:txBody>
          <a:bodyPr>
            <a:normAutofit/>
          </a:bodyPr>
          <a:lstStyle/>
          <a:p>
            <a:r>
              <a:rPr lang="fr-CH"/>
              <a:t>Spécifications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68B549-8D3A-0338-E88E-2F47E762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8441"/>
            <a:ext cx="11155680" cy="4627495"/>
          </a:xfrm>
        </p:spPr>
        <p:txBody>
          <a:bodyPr/>
          <a:lstStyle/>
          <a:p>
            <a:r>
              <a:rPr lang="fr-CH">
                <a:solidFill>
                  <a:schemeClr val="tx1"/>
                </a:solidFill>
              </a:rPr>
              <a:t>But : Créer une application frontend en Vue.js qui consomme les données d'une API externe </a:t>
            </a:r>
            <a:r>
              <a:rPr lang="fr-CH" b="1">
                <a:solidFill>
                  <a:schemeClr val="tx1"/>
                </a:solidFill>
              </a:rPr>
              <a:t>(catalogue de films et jeux vidéo)</a:t>
            </a:r>
          </a:p>
          <a:p>
            <a:r>
              <a:rPr lang="fr-CH">
                <a:solidFill>
                  <a:schemeClr val="tx1"/>
                </a:solidFill>
              </a:rPr>
              <a:t>Api : OMDB API</a:t>
            </a:r>
          </a:p>
          <a:p>
            <a:r>
              <a:rPr lang="fr-CH">
                <a:solidFill>
                  <a:schemeClr val="tx1"/>
                </a:solidFill>
              </a:rPr>
              <a:t>Fonctionnalités : Recherche par mots clés, filtrage et tri, catégories, vue détaillée d’un élément, affichage des recherches récentes, liste de favoris.</a:t>
            </a:r>
          </a:p>
          <a:p>
            <a:r>
              <a:rPr lang="fr-CH">
                <a:solidFill>
                  <a:schemeClr val="tx1"/>
                </a:solidFill>
              </a:rPr>
              <a:t>Contraintes techniques : Vue 3, </a:t>
            </a:r>
            <a:r>
              <a:rPr lang="fr-CH" err="1">
                <a:solidFill>
                  <a:schemeClr val="tx1"/>
                </a:solidFill>
              </a:rPr>
              <a:t>Pinia</a:t>
            </a:r>
            <a:r>
              <a:rPr lang="fr-CH">
                <a:solidFill>
                  <a:schemeClr val="tx1"/>
                </a:solidFill>
              </a:rPr>
              <a:t>, Axios, utilisation de composants, responsive mobile + desktop.</a:t>
            </a:r>
          </a:p>
        </p:txBody>
      </p:sp>
    </p:spTree>
    <p:extLst>
      <p:ext uri="{BB962C8B-B14F-4D97-AF65-F5344CB8AC3E}">
        <p14:creationId xmlns:p14="http://schemas.microsoft.com/office/powerpoint/2010/main" val="422830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5AEFC5-FF55-590E-5731-BB8DF64DA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Aperçu</a:t>
            </a:r>
          </a:p>
        </p:txBody>
      </p:sp>
    </p:spTree>
    <p:extLst>
      <p:ext uri="{BB962C8B-B14F-4D97-AF65-F5344CB8AC3E}">
        <p14:creationId xmlns:p14="http://schemas.microsoft.com/office/powerpoint/2010/main" val="212939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69AE985-9D49-B974-B305-B6B3C412B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177" y="1795441"/>
            <a:ext cx="10464659" cy="443407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4324AA6-C9DB-3A28-3C00-94AB710DB34E}"/>
              </a:ext>
            </a:extLst>
          </p:cNvPr>
          <p:cNvSpPr txBox="1"/>
          <p:nvPr/>
        </p:nvSpPr>
        <p:spPr>
          <a:xfrm>
            <a:off x="1397000" y="920750"/>
            <a:ext cx="456141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/>
              <a:t>Page d'accueil</a:t>
            </a:r>
          </a:p>
        </p:txBody>
      </p:sp>
    </p:spTree>
    <p:extLst>
      <p:ext uri="{BB962C8B-B14F-4D97-AF65-F5344CB8AC3E}">
        <p14:creationId xmlns:p14="http://schemas.microsoft.com/office/powerpoint/2010/main" val="45644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A13AEB-A655-A8ED-537A-B76D65A8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Header – Barre de recherche - Paramètres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D847F3D0-1CBE-17AC-ED69-7A62C2024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13" y="1378670"/>
            <a:ext cx="8534400" cy="222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436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21C89-D6C8-FC49-3A5B-1F329F91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Vue en détail</a:t>
            </a:r>
          </a:p>
        </p:txBody>
      </p:sp>
      <p:pic>
        <p:nvPicPr>
          <p:cNvPr id="4" name="Espace réservé du contenu 3" descr="Une image contenant texte, capture d’écran, logiciel, ordinateur&#10;&#10;Le contenu généré par l’IA peut être incorrect.">
            <a:extLst>
              <a:ext uri="{FF2B5EF4-FFF2-40B4-BE49-F238E27FC236}">
                <a16:creationId xmlns:a16="http://schemas.microsoft.com/office/drawing/2014/main" id="{306388FB-D662-1DFA-6286-9382AE8EA0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0063" y="571924"/>
            <a:ext cx="8876598" cy="420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28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C45C8-CF7D-237B-E3E1-FF0AAF37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584201"/>
          </a:xfrm>
        </p:spPr>
        <p:txBody>
          <a:bodyPr>
            <a:normAutofit fontScale="90000"/>
          </a:bodyPr>
          <a:lstStyle/>
          <a:p>
            <a:r>
              <a:rPr lang="fr-FR"/>
              <a:t>Responsive</a:t>
            </a:r>
          </a:p>
        </p:txBody>
      </p:sp>
      <p:pic>
        <p:nvPicPr>
          <p:cNvPr id="6" name="Espace réservé du contenu 5" descr="Une image contenant texte, capture d’écran, logiciel, graphisme&#10;&#10;Le contenu généré par l’IA peut être incorrect.">
            <a:extLst>
              <a:ext uri="{FF2B5EF4-FFF2-40B4-BE49-F238E27FC236}">
                <a16:creationId xmlns:a16="http://schemas.microsoft.com/office/drawing/2014/main" id="{57824734-0927-F0D7-0ACC-8E8E6010C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7767" y="1562609"/>
            <a:ext cx="3793795" cy="4636788"/>
          </a:xfrm>
          <a:prstGeom prst="rect">
            <a:avLst/>
          </a:prstGeom>
        </p:spPr>
      </p:pic>
      <p:pic>
        <p:nvPicPr>
          <p:cNvPr id="7" name="Image 6" descr="Une image contenant texte, capture d’écran, logiciel, Site web&#10;&#10;Le contenu généré par l’IA peut être incorrect.">
            <a:extLst>
              <a:ext uri="{FF2B5EF4-FFF2-40B4-BE49-F238E27FC236}">
                <a16:creationId xmlns:a16="http://schemas.microsoft.com/office/drawing/2014/main" id="{61CE26A0-6CC6-EFDA-31BF-99351BB5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42" y="1699845"/>
            <a:ext cx="3304902" cy="4493848"/>
          </a:xfrm>
          <a:prstGeom prst="rect">
            <a:avLst/>
          </a:prstGeom>
        </p:spPr>
      </p:pic>
      <p:pic>
        <p:nvPicPr>
          <p:cNvPr id="8" name="Image 7" descr="Une image contenant texte, capture d’écran, dessin humoristique, graphisme&#10;&#10;Le contenu généré par l’IA peut être incorrect.">
            <a:extLst>
              <a:ext uri="{FF2B5EF4-FFF2-40B4-BE49-F238E27FC236}">
                <a16:creationId xmlns:a16="http://schemas.microsoft.com/office/drawing/2014/main" id="{9528101A-8D3E-A80E-74A9-A450B9107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857" y="1704729"/>
            <a:ext cx="4115198" cy="448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8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0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F14B86-A9D5-9AB1-862D-38C1C2F5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Tri et filtre</a:t>
            </a:r>
          </a:p>
        </p:txBody>
      </p:sp>
    </p:spTree>
    <p:extLst>
      <p:ext uri="{BB962C8B-B14F-4D97-AF65-F5344CB8AC3E}">
        <p14:creationId xmlns:p14="http://schemas.microsoft.com/office/powerpoint/2010/main" val="159990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444B3D-204E-2727-939F-24C6AB25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Titre A-Z</a:t>
            </a:r>
          </a:p>
        </p:txBody>
      </p:sp>
      <p:pic>
        <p:nvPicPr>
          <p:cNvPr id="4" name="Image 3" descr="Une image contenant texte, capture d’écran, graphisme, Téléphone mobile&#10;&#10;Le contenu généré par l’IA peut être incorrect.">
            <a:extLst>
              <a:ext uri="{FF2B5EF4-FFF2-40B4-BE49-F238E27FC236}">
                <a16:creationId xmlns:a16="http://schemas.microsoft.com/office/drawing/2014/main" id="{B61EC6AB-F41B-DA9F-EE8F-7B6D1C8C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85" y="151042"/>
            <a:ext cx="11636383" cy="458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12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3AB372-CF09-BBC1-2458-02AA00BB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Titre Z-A</a:t>
            </a:r>
          </a:p>
        </p:txBody>
      </p:sp>
      <p:pic>
        <p:nvPicPr>
          <p:cNvPr id="4" name="Espace réservé du contenu 3" descr="Une image contenant texte, graphisme, capture d’écran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4C44289E-EDCE-875D-A5C7-6DD4487E4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4820" y="720004"/>
            <a:ext cx="7613760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1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6A5B4D-81AF-3065-7C35-881BE49D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Titre Plus Anciens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3948F18-C1E3-9FF1-56A2-F0FBDD3CB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9669" y="711843"/>
            <a:ext cx="8534400" cy="331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7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776B1D-8C88-165F-30CF-080DC1B3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Titre Plus Récents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A94A08F1-DE29-7B90-6685-C8C8882B3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0525" y="695907"/>
            <a:ext cx="8534400" cy="334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23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1BDC2-DFD7-70E4-6343-A18C2F0C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Par date exacte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C9A8A2-DEC0-2864-256D-071F10FE7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0554" y="473711"/>
            <a:ext cx="5743714" cy="438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3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43A9E5-C0D6-C645-4F0F-479EA861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Historique</a:t>
            </a:r>
          </a:p>
        </p:txBody>
      </p:sp>
    </p:spTree>
    <p:extLst>
      <p:ext uri="{BB962C8B-B14F-4D97-AF65-F5344CB8AC3E}">
        <p14:creationId xmlns:p14="http://schemas.microsoft.com/office/powerpoint/2010/main" val="259931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B6513-8F56-E053-A1B7-1DB77CA9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Recherches récentes</a:t>
            </a:r>
          </a:p>
        </p:txBody>
      </p:sp>
      <p:pic>
        <p:nvPicPr>
          <p:cNvPr id="4" name="Espace réservé du contenu 3" descr="Une image contenant texte, capture d’écran, logiciel, ordinateur&#10;&#10;Le contenu généré par l’IA peut être incorrect.">
            <a:extLst>
              <a:ext uri="{FF2B5EF4-FFF2-40B4-BE49-F238E27FC236}">
                <a16:creationId xmlns:a16="http://schemas.microsoft.com/office/drawing/2014/main" id="{48C209CB-811C-E5AF-3C2F-DDFB1BD12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2982" y="434425"/>
            <a:ext cx="4074383" cy="463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01BC9-7380-4178-1015-427B5D13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Effacer l'historique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3BAB16C3-AEFB-926C-4681-9A9C8C6B5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0900" y="1431365"/>
            <a:ext cx="3372321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7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6C2C53-9901-464A-484D-6E49FF28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Favoris</a:t>
            </a:r>
          </a:p>
        </p:txBody>
      </p:sp>
    </p:spTree>
    <p:extLst>
      <p:ext uri="{BB962C8B-B14F-4D97-AF65-F5344CB8AC3E}">
        <p14:creationId xmlns:p14="http://schemas.microsoft.com/office/powerpoint/2010/main" val="384103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294FCB-9BD0-4284-71F6-AB49F011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Ajouter et Supprimer Favoris</a:t>
            </a:r>
          </a:p>
        </p:txBody>
      </p:sp>
      <p:pic>
        <p:nvPicPr>
          <p:cNvPr id="7" name="Espace réservé du contenu 6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2BC6693B-3E5F-245A-92D5-C38E53D87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8879" y="693376"/>
            <a:ext cx="4501091" cy="3590925"/>
          </a:xfrm>
          <a:prstGeom prst="rect">
            <a:avLst/>
          </a:prstGeom>
        </p:spPr>
      </p:pic>
      <p:pic>
        <p:nvPicPr>
          <p:cNvPr id="8" name="Image 7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71D1451-F5F3-C2E8-0B4C-4FB7CC250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30" y="698668"/>
            <a:ext cx="4745566" cy="358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40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5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777B48D-7BF2-470D-876B-50CD5CC8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96B2E6-0A60-4C17-9C5A-A1F62492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799"/>
            <a:ext cx="478114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Liste des favoris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DA8283-3FF4-47B3-9266-60768C74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93200" y="8468"/>
            <a:ext cx="5795625" cy="5874808"/>
            <a:chOff x="6108170" y="8467"/>
            <a:chExt cx="6080656" cy="6163733"/>
          </a:xfrm>
        </p:grpSpPr>
        <p:cxnSp>
          <p:nvCxnSpPr>
            <p:cNvPr id="13" name="Straight Connector 22">
              <a:extLst>
                <a:ext uri="{FF2B5EF4-FFF2-40B4-BE49-F238E27FC236}">
                  <a16:creationId xmlns:a16="http://schemas.microsoft.com/office/drawing/2014/main" id="{EDEB65FF-EAD9-4242-80AE-A3FC7EB1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78B5500-48F2-41FA-BD8C-3C2400F62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24">
              <a:extLst>
                <a:ext uri="{FF2B5EF4-FFF2-40B4-BE49-F238E27FC236}">
                  <a16:creationId xmlns:a16="http://schemas.microsoft.com/office/drawing/2014/main" id="{847B2E66-9934-4251-A5B0-A180C0CC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CDA1666-64EC-4838-B0E1-4D545ECE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26">
              <a:extLst>
                <a:ext uri="{FF2B5EF4-FFF2-40B4-BE49-F238E27FC236}">
                  <a16:creationId xmlns:a16="http://schemas.microsoft.com/office/drawing/2014/main" id="{7CC99E35-6C12-4F89-8CDA-9FD8B3CEE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D7CC801-FC67-2D0D-FCE6-4A7AF80D1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r="-218"/>
          <a:stretch>
            <a:fillRect/>
          </a:stretch>
        </p:blipFill>
        <p:spPr>
          <a:xfrm>
            <a:off x="5560684" y="109146"/>
            <a:ext cx="6531864" cy="6639708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369495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5C8BD-0490-71F3-6C93-8A577CCE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Merci ! ;)</a:t>
            </a:r>
          </a:p>
        </p:txBody>
      </p:sp>
    </p:spTree>
    <p:extLst>
      <p:ext uri="{BB962C8B-B14F-4D97-AF65-F5344CB8AC3E}">
        <p14:creationId xmlns:p14="http://schemas.microsoft.com/office/powerpoint/2010/main" val="2184967415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Secteur</vt:lpstr>
      <vt:lpstr>Projet FrontEnd</vt:lpstr>
      <vt:lpstr>Spécifications</vt:lpstr>
      <vt:lpstr>Aperçu</vt:lpstr>
      <vt:lpstr>PowerPoint Presentation</vt:lpstr>
      <vt:lpstr>Header – Barre de recherche - Paramètres</vt:lpstr>
      <vt:lpstr>Vue en détail</vt:lpstr>
      <vt:lpstr>Responsive</vt:lpstr>
      <vt:lpstr>Tri et filtre</vt:lpstr>
      <vt:lpstr>Titre A-Z</vt:lpstr>
      <vt:lpstr>Titre Z-A</vt:lpstr>
      <vt:lpstr>Titre Plus Anciens</vt:lpstr>
      <vt:lpstr>Titre Plus Récents</vt:lpstr>
      <vt:lpstr>Par date exacte</vt:lpstr>
      <vt:lpstr>Historique</vt:lpstr>
      <vt:lpstr>Recherches récentes</vt:lpstr>
      <vt:lpstr>Effacer l'historique</vt:lpstr>
      <vt:lpstr>Favoris</vt:lpstr>
      <vt:lpstr>Ajouter et Supprimer Favoris</vt:lpstr>
      <vt:lpstr>Liste des favoris</vt:lpstr>
      <vt:lpstr>Merci ! ;)</vt:lpstr>
    </vt:vector>
  </TitlesOfParts>
  <Company>CPNV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Galindo Salamanca</dc:creator>
  <cp:revision>1</cp:revision>
  <dcterms:created xsi:type="dcterms:W3CDTF">2026-01-05T12:32:38Z</dcterms:created>
  <dcterms:modified xsi:type="dcterms:W3CDTF">2026-01-05T13:23:39Z</dcterms:modified>
</cp:coreProperties>
</file>